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slides/slide7.xml" ContentType="application/vnd.openxmlformats-officedocument.presentationml.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slides/slide8.xml" ContentType="application/vnd.openxmlformats-officedocument.presentationml.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s/slide9.xml" ContentType="application/vnd.openxmlformats-officedocument.presentationml.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slides/slide10.xml" ContentType="application/vnd.openxmlformats-officedocument.presentationml.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s/slide11.xml" ContentType="application/vnd.openxmlformats-officedocument.presentationml.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000" autoAdjust="0"/>
    <p:restoredTop sz="94660"/>
  </p:normalViewPr>
  <p:slideViewPr>
    <p:cSldViewPr snapToGrid="0">
      <p:cViewPr varScale="1">
        <p:scale>
          <a:sx n="65" d="100"/>
          <a:sy n="65" d="100"/>
        </p:scale>
        <p:origin x="936" y="78"/>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tableStyles" Target="tableStyle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Documents\Decodelabs%20Internship\Project%202%20EDA\Exploratory%20Data%20Analysis.xlsx" TargetMode="External"/><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Admin\Documents\Decodelabs%20Internship\Project%202%20EDA\Exploratory%20Data%20Analysis.xlsx" TargetMode="External"/><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oleObject" Target="file:///C:\Users\Admin\Documents\Decodelabs%20Internship\Project%202%20EDA\Exploratory%20Data%20Analysis.xlsx" TargetMode="External"/><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oleObject" Target="file:///C:\Users\Admin\Documents\Decodelabs%20Internship\Project%202%20EDA\Exploratory%20Data%20Analysis.xlsx" TargetMode="External"/><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oleObject" Target="file:///C:\Users\Admin\Documents\Decodelabs%20Internship\Project%202%20EDA\Exploratory%20Data%20Analysis.xlsx" TargetMode="External"/><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oleObject" Target="file:///C:\Users\Admin\Documents\Decodelabs%20Internship\Project%202%20EDA\Exploratory%20Data%20Analysis.xlsx" TargetMode="External"/><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oleObject" Target="file:///C:\Users\Admin\Documents\Decodelabs%20Internship\Project%202%20EDA\Exploratory%20Data%20Analysis.xlsx" TargetMode="External"/><Relationship Id="rId2" Type="http://schemas.microsoft.com/office/2011/relationships/chartStyle" Target="style7.xml"/><Relationship Id="rId3" Type="http://schemas.microsoft.com/office/2011/relationships/chartColorStyle" Target="colors7.xml"/></Relationships>
</file>

<file path=ppt/charts/_rels/chart8.xml.rels><?xml version="1.0" encoding="UTF-8" standalone="yes"?>
<Relationships xmlns="http://schemas.openxmlformats.org/package/2006/relationships"><Relationship Id="rId1" Type="http://schemas.openxmlformats.org/officeDocument/2006/relationships/oleObject" Target="file:///C:\Users\Admin\Documents\Decodelabs%20Internship\Project%202%20EDA\Exploratory%20Data%20Analysis.xlsx" TargetMode="External"/><Relationship Id="rId2" Type="http://schemas.microsoft.com/office/2011/relationships/chartStyle" Target="style8.xml"/><Relationship Id="rId3" Type="http://schemas.microsoft.com/office/2011/relationships/chartColorStyle" Target="colors8.xml"/></Relationships>
</file>

<file path=ppt/charts/_rels/chart9.xml.rels><?xml version="1.0" encoding="UTF-8" standalone="yes"?>
<Relationships xmlns="http://schemas.openxmlformats.org/package/2006/relationships"><Relationship Id="rId1" Type="http://schemas.openxmlformats.org/officeDocument/2006/relationships/oleObject" Target="file:///C:\Users\Admin\Documents\Decodelabs%20Internship\Project%202%20EDA\Exploratory%20Data%20Analysis.xlsx" TargetMode="External"/><Relationship Id="rId2" Type="http://schemas.microsoft.com/office/2011/relationships/chartStyle" Target="style9.xml"/><Relationship Id="rId3" Type="http://schemas.microsoft.com/office/2011/relationships/chartColorStyle" Target="colors9.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'Correlation analysis'!$D$1</c:f>
              <c:strCache>
                <c:ptCount val="1"/>
                <c:pt idx="0">
                  <c:v>TotalPrice</c:v>
                </c:pt>
              </c:strCache>
            </c:strRef>
          </c:tx>
          <c:spPr>
            <a:ln w="28575"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xVal>
            <c:numRef>
              <c:f>'Correlation analysis'!$C$2:$C$1201</c:f>
              <c:numCache>
                <c:formatCode>0.00</c:formatCode>
                <c:ptCount val="1200"/>
                <c:pt idx="0">
                  <c:v>570.62</c:v>
                </c:pt>
                <c:pt idx="1">
                  <c:v>151.35</c:v>
                </c:pt>
                <c:pt idx="2">
                  <c:v>550.68</c:v>
                </c:pt>
                <c:pt idx="3">
                  <c:v>273.19</c:v>
                </c:pt>
                <c:pt idx="4">
                  <c:v>626.01</c:v>
                </c:pt>
                <c:pt idx="5">
                  <c:v>245.86</c:v>
                </c:pt>
                <c:pt idx="6">
                  <c:v>664.42</c:v>
                </c:pt>
                <c:pt idx="7">
                  <c:v>149.55</c:v>
                </c:pt>
                <c:pt idx="8">
                  <c:v>134.28</c:v>
                </c:pt>
                <c:pt idx="9">
                  <c:v>509.38</c:v>
                </c:pt>
                <c:pt idx="10">
                  <c:v>625.97</c:v>
                </c:pt>
                <c:pt idx="11">
                  <c:v>49.14</c:v>
                </c:pt>
                <c:pt idx="12">
                  <c:v>180.5</c:v>
                </c:pt>
                <c:pt idx="13">
                  <c:v>201.49</c:v>
                </c:pt>
                <c:pt idx="14">
                  <c:v>393.33</c:v>
                </c:pt>
                <c:pt idx="15">
                  <c:v>473.96</c:v>
                </c:pt>
                <c:pt idx="16">
                  <c:v>533.81</c:v>
                </c:pt>
                <c:pt idx="17">
                  <c:v>423.4</c:v>
                </c:pt>
                <c:pt idx="18">
                  <c:v>431.44</c:v>
                </c:pt>
                <c:pt idx="19">
                  <c:v>224.0</c:v>
                </c:pt>
                <c:pt idx="20">
                  <c:v>62.51</c:v>
                </c:pt>
                <c:pt idx="21">
                  <c:v>342.95</c:v>
                </c:pt>
                <c:pt idx="22">
                  <c:v>49.62</c:v>
                </c:pt>
                <c:pt idx="23">
                  <c:v>273.25</c:v>
                </c:pt>
                <c:pt idx="24">
                  <c:v>230.95</c:v>
                </c:pt>
                <c:pt idx="25">
                  <c:v>399.98</c:v>
                </c:pt>
                <c:pt idx="26">
                  <c:v>59.55</c:v>
                </c:pt>
                <c:pt idx="27">
                  <c:v>472.74</c:v>
                </c:pt>
                <c:pt idx="28">
                  <c:v>160.07</c:v>
                </c:pt>
                <c:pt idx="29">
                  <c:v>423.53</c:v>
                </c:pt>
                <c:pt idx="30">
                  <c:v>426.7</c:v>
                </c:pt>
                <c:pt idx="31">
                  <c:v>500.08</c:v>
                </c:pt>
                <c:pt idx="32">
                  <c:v>536.72</c:v>
                </c:pt>
                <c:pt idx="33">
                  <c:v>162.77</c:v>
                </c:pt>
                <c:pt idx="34">
                  <c:v>576.52</c:v>
                </c:pt>
                <c:pt idx="35">
                  <c:v>465.15</c:v>
                </c:pt>
                <c:pt idx="36">
                  <c:v>534.43</c:v>
                </c:pt>
                <c:pt idx="37">
                  <c:v>76.74</c:v>
                </c:pt>
                <c:pt idx="38">
                  <c:v>245.89</c:v>
                </c:pt>
                <c:pt idx="39">
                  <c:v>256.46</c:v>
                </c:pt>
                <c:pt idx="40">
                  <c:v>344.02</c:v>
                </c:pt>
                <c:pt idx="41">
                  <c:v>611.45</c:v>
                </c:pt>
                <c:pt idx="42">
                  <c:v>151.66</c:v>
                </c:pt>
                <c:pt idx="43">
                  <c:v>499.21</c:v>
                </c:pt>
                <c:pt idx="44">
                  <c:v>550.18</c:v>
                </c:pt>
                <c:pt idx="45">
                  <c:v>317.25</c:v>
                </c:pt>
                <c:pt idx="46">
                  <c:v>550.14</c:v>
                </c:pt>
                <c:pt idx="47">
                  <c:v>209.94</c:v>
                </c:pt>
                <c:pt idx="48">
                  <c:v>80.77</c:v>
                </c:pt>
                <c:pt idx="49">
                  <c:v>30.44</c:v>
                </c:pt>
                <c:pt idx="50">
                  <c:v>179.22</c:v>
                </c:pt>
                <c:pt idx="51">
                  <c:v>388.33</c:v>
                </c:pt>
                <c:pt idx="52">
                  <c:v>586.44</c:v>
                </c:pt>
                <c:pt idx="53">
                  <c:v>488.78</c:v>
                </c:pt>
                <c:pt idx="54">
                  <c:v>280.25</c:v>
                </c:pt>
                <c:pt idx="55">
                  <c:v>344.4</c:v>
                </c:pt>
                <c:pt idx="56">
                  <c:v>479.21</c:v>
                </c:pt>
                <c:pt idx="57">
                  <c:v>314.27</c:v>
                </c:pt>
                <c:pt idx="58">
                  <c:v>474.69</c:v>
                </c:pt>
                <c:pt idx="59">
                  <c:v>593.27</c:v>
                </c:pt>
                <c:pt idx="60">
                  <c:v>417.1</c:v>
                </c:pt>
                <c:pt idx="61">
                  <c:v>122.2</c:v>
                </c:pt>
                <c:pt idx="62">
                  <c:v>43.15</c:v>
                </c:pt>
                <c:pt idx="63">
                  <c:v>564.86</c:v>
                </c:pt>
                <c:pt idx="64">
                  <c:v>130.61</c:v>
                </c:pt>
                <c:pt idx="65">
                  <c:v>81.7</c:v>
                </c:pt>
                <c:pt idx="66">
                  <c:v>127.18</c:v>
                </c:pt>
                <c:pt idx="67">
                  <c:v>12.1</c:v>
                </c:pt>
                <c:pt idx="68">
                  <c:v>490.92</c:v>
                </c:pt>
                <c:pt idx="69">
                  <c:v>478.65</c:v>
                </c:pt>
                <c:pt idx="70">
                  <c:v>629.21</c:v>
                </c:pt>
                <c:pt idx="71">
                  <c:v>434.45</c:v>
                </c:pt>
                <c:pt idx="72">
                  <c:v>589.44</c:v>
                </c:pt>
                <c:pt idx="73">
                  <c:v>433.45</c:v>
                </c:pt>
                <c:pt idx="74">
                  <c:v>90.87</c:v>
                </c:pt>
                <c:pt idx="75">
                  <c:v>398.17</c:v>
                </c:pt>
                <c:pt idx="76">
                  <c:v>382.88</c:v>
                </c:pt>
                <c:pt idx="77">
                  <c:v>583.18</c:v>
                </c:pt>
                <c:pt idx="78">
                  <c:v>175.36</c:v>
                </c:pt>
                <c:pt idx="79">
                  <c:v>311.91</c:v>
                </c:pt>
                <c:pt idx="80">
                  <c:v>589.56</c:v>
                </c:pt>
                <c:pt idx="81">
                  <c:v>394.3</c:v>
                </c:pt>
                <c:pt idx="82">
                  <c:v>565.2</c:v>
                </c:pt>
                <c:pt idx="83">
                  <c:v>540.41</c:v>
                </c:pt>
                <c:pt idx="84">
                  <c:v>165.49</c:v>
                </c:pt>
                <c:pt idx="85">
                  <c:v>146.73</c:v>
                </c:pt>
                <c:pt idx="86">
                  <c:v>643.03</c:v>
                </c:pt>
                <c:pt idx="87">
                  <c:v>225.11</c:v>
                </c:pt>
                <c:pt idx="88">
                  <c:v>114.81</c:v>
                </c:pt>
                <c:pt idx="89">
                  <c:v>455.33</c:v>
                </c:pt>
                <c:pt idx="90">
                  <c:v>182.08</c:v>
                </c:pt>
                <c:pt idx="91">
                  <c:v>492.75</c:v>
                </c:pt>
                <c:pt idx="92">
                  <c:v>48.61</c:v>
                </c:pt>
                <c:pt idx="93">
                  <c:v>431.01</c:v>
                </c:pt>
                <c:pt idx="94">
                  <c:v>531.18</c:v>
                </c:pt>
                <c:pt idx="95">
                  <c:v>117.51</c:v>
                </c:pt>
                <c:pt idx="96">
                  <c:v>232.83</c:v>
                </c:pt>
                <c:pt idx="97">
                  <c:v>619.52</c:v>
                </c:pt>
                <c:pt idx="98">
                  <c:v>228.54</c:v>
                </c:pt>
                <c:pt idx="99">
                  <c:v>201.58</c:v>
                </c:pt>
                <c:pt idx="100">
                  <c:v>664.79</c:v>
                </c:pt>
                <c:pt idx="101">
                  <c:v>381.02</c:v>
                </c:pt>
                <c:pt idx="102">
                  <c:v>70.34</c:v>
                </c:pt>
                <c:pt idx="103">
                  <c:v>218.43</c:v>
                </c:pt>
                <c:pt idx="104">
                  <c:v>582.04</c:v>
                </c:pt>
                <c:pt idx="105">
                  <c:v>185.4</c:v>
                </c:pt>
                <c:pt idx="106">
                  <c:v>465.05</c:v>
                </c:pt>
                <c:pt idx="107">
                  <c:v>670.75</c:v>
                </c:pt>
                <c:pt idx="108">
                  <c:v>48.38</c:v>
                </c:pt>
                <c:pt idx="109">
                  <c:v>592.87</c:v>
                </c:pt>
                <c:pt idx="110">
                  <c:v>220.77</c:v>
                </c:pt>
                <c:pt idx="111">
                  <c:v>309.22</c:v>
                </c:pt>
                <c:pt idx="112">
                  <c:v>410.6</c:v>
                </c:pt>
                <c:pt idx="113">
                  <c:v>190.08</c:v>
                </c:pt>
                <c:pt idx="114">
                  <c:v>498.48</c:v>
                </c:pt>
                <c:pt idx="115">
                  <c:v>374.99</c:v>
                </c:pt>
                <c:pt idx="116">
                  <c:v>291.35</c:v>
                </c:pt>
                <c:pt idx="117">
                  <c:v>535.5</c:v>
                </c:pt>
                <c:pt idx="118">
                  <c:v>502.71</c:v>
                </c:pt>
                <c:pt idx="119">
                  <c:v>534.67</c:v>
                </c:pt>
                <c:pt idx="120">
                  <c:v>629.34</c:v>
                </c:pt>
                <c:pt idx="121">
                  <c:v>410.78</c:v>
                </c:pt>
                <c:pt idx="122">
                  <c:v>533.02</c:v>
                </c:pt>
                <c:pt idx="123">
                  <c:v>278.04</c:v>
                </c:pt>
                <c:pt idx="124">
                  <c:v>283.79</c:v>
                </c:pt>
                <c:pt idx="125">
                  <c:v>512.65</c:v>
                </c:pt>
                <c:pt idx="126">
                  <c:v>275.5</c:v>
                </c:pt>
                <c:pt idx="127">
                  <c:v>469.32</c:v>
                </c:pt>
                <c:pt idx="128">
                  <c:v>21.07</c:v>
                </c:pt>
                <c:pt idx="129">
                  <c:v>263.93</c:v>
                </c:pt>
                <c:pt idx="130">
                  <c:v>501.3</c:v>
                </c:pt>
                <c:pt idx="131">
                  <c:v>84.8</c:v>
                </c:pt>
                <c:pt idx="132">
                  <c:v>450.75</c:v>
                </c:pt>
                <c:pt idx="133">
                  <c:v>302.05</c:v>
                </c:pt>
                <c:pt idx="134">
                  <c:v>199.7</c:v>
                </c:pt>
                <c:pt idx="135">
                  <c:v>68.81</c:v>
                </c:pt>
                <c:pt idx="136">
                  <c:v>44.35</c:v>
                </c:pt>
                <c:pt idx="137">
                  <c:v>250.98</c:v>
                </c:pt>
                <c:pt idx="138">
                  <c:v>298.06</c:v>
                </c:pt>
                <c:pt idx="139">
                  <c:v>583.9</c:v>
                </c:pt>
                <c:pt idx="140">
                  <c:v>528.14</c:v>
                </c:pt>
                <c:pt idx="141">
                  <c:v>684.14</c:v>
                </c:pt>
                <c:pt idx="142">
                  <c:v>272.77</c:v>
                </c:pt>
                <c:pt idx="143">
                  <c:v>400.07</c:v>
                </c:pt>
                <c:pt idx="144">
                  <c:v>219.78</c:v>
                </c:pt>
                <c:pt idx="145">
                  <c:v>146.91</c:v>
                </c:pt>
                <c:pt idx="146">
                  <c:v>411.49</c:v>
                </c:pt>
                <c:pt idx="147">
                  <c:v>465.18</c:v>
                </c:pt>
                <c:pt idx="148">
                  <c:v>319.91</c:v>
                </c:pt>
                <c:pt idx="149">
                  <c:v>217.56</c:v>
                </c:pt>
                <c:pt idx="150">
                  <c:v>105.57</c:v>
                </c:pt>
                <c:pt idx="151">
                  <c:v>444.76</c:v>
                </c:pt>
                <c:pt idx="152">
                  <c:v>399.04</c:v>
                </c:pt>
                <c:pt idx="153">
                  <c:v>534.48</c:v>
                </c:pt>
                <c:pt idx="154">
                  <c:v>408.21</c:v>
                </c:pt>
                <c:pt idx="155">
                  <c:v>424.4</c:v>
                </c:pt>
                <c:pt idx="156">
                  <c:v>269.83</c:v>
                </c:pt>
                <c:pt idx="157">
                  <c:v>564.58</c:v>
                </c:pt>
                <c:pt idx="158">
                  <c:v>331.06</c:v>
                </c:pt>
                <c:pt idx="159">
                  <c:v>299.35</c:v>
                </c:pt>
                <c:pt idx="160">
                  <c:v>101.32</c:v>
                </c:pt>
                <c:pt idx="161">
                  <c:v>211.14</c:v>
                </c:pt>
                <c:pt idx="162">
                  <c:v>65.86</c:v>
                </c:pt>
                <c:pt idx="163">
                  <c:v>641.39</c:v>
                </c:pt>
                <c:pt idx="164">
                  <c:v>536.58</c:v>
                </c:pt>
                <c:pt idx="165">
                  <c:v>500.29</c:v>
                </c:pt>
                <c:pt idx="166">
                  <c:v>86.29</c:v>
                </c:pt>
                <c:pt idx="167">
                  <c:v>384.14</c:v>
                </c:pt>
                <c:pt idx="168">
                  <c:v>594.96</c:v>
                </c:pt>
                <c:pt idx="169">
                  <c:v>427.82</c:v>
                </c:pt>
                <c:pt idx="170">
                  <c:v>662.94</c:v>
                </c:pt>
                <c:pt idx="171">
                  <c:v>148.22</c:v>
                </c:pt>
                <c:pt idx="172">
                  <c:v>254.12</c:v>
                </c:pt>
                <c:pt idx="173">
                  <c:v>664.46</c:v>
                </c:pt>
                <c:pt idx="174">
                  <c:v>600.81</c:v>
                </c:pt>
                <c:pt idx="175">
                  <c:v>68.34</c:v>
                </c:pt>
                <c:pt idx="176">
                  <c:v>430.83</c:v>
                </c:pt>
                <c:pt idx="177">
                  <c:v>431.69</c:v>
                </c:pt>
                <c:pt idx="178">
                  <c:v>512.06</c:v>
                </c:pt>
                <c:pt idx="179">
                  <c:v>539.91</c:v>
                </c:pt>
                <c:pt idx="180">
                  <c:v>316.07</c:v>
                </c:pt>
                <c:pt idx="181">
                  <c:v>404.39</c:v>
                </c:pt>
                <c:pt idx="182">
                  <c:v>600.54</c:v>
                </c:pt>
                <c:pt idx="183">
                  <c:v>186.28</c:v>
                </c:pt>
                <c:pt idx="184">
                  <c:v>214.54</c:v>
                </c:pt>
                <c:pt idx="185">
                  <c:v>210.7</c:v>
                </c:pt>
                <c:pt idx="186">
                  <c:v>133.55</c:v>
                </c:pt>
                <c:pt idx="187">
                  <c:v>590.87</c:v>
                </c:pt>
                <c:pt idx="188">
                  <c:v>363.91</c:v>
                </c:pt>
                <c:pt idx="189">
                  <c:v>429.45</c:v>
                </c:pt>
                <c:pt idx="190">
                  <c:v>223.7</c:v>
                </c:pt>
                <c:pt idx="191">
                  <c:v>488.87</c:v>
                </c:pt>
                <c:pt idx="192">
                  <c:v>645.46</c:v>
                </c:pt>
                <c:pt idx="193">
                  <c:v>46.66</c:v>
                </c:pt>
                <c:pt idx="194">
                  <c:v>249.57</c:v>
                </c:pt>
                <c:pt idx="195">
                  <c:v>619.21</c:v>
                </c:pt>
                <c:pt idx="196">
                  <c:v>217.13</c:v>
                </c:pt>
                <c:pt idx="197">
                  <c:v>221.51</c:v>
                </c:pt>
                <c:pt idx="198">
                  <c:v>340.3</c:v>
                </c:pt>
                <c:pt idx="199">
                  <c:v>625.0</c:v>
                </c:pt>
                <c:pt idx="200">
                  <c:v>433.26</c:v>
                </c:pt>
                <c:pt idx="201">
                  <c:v>674.9</c:v>
                </c:pt>
                <c:pt idx="202">
                  <c:v>253.98</c:v>
                </c:pt>
                <c:pt idx="203">
                  <c:v>356.84</c:v>
                </c:pt>
                <c:pt idx="204">
                  <c:v>413.71</c:v>
                </c:pt>
                <c:pt idx="205">
                  <c:v>147.39</c:v>
                </c:pt>
                <c:pt idx="206">
                  <c:v>229.1</c:v>
                </c:pt>
                <c:pt idx="207">
                  <c:v>121.96</c:v>
                </c:pt>
                <c:pt idx="208">
                  <c:v>408.32</c:v>
                </c:pt>
                <c:pt idx="209">
                  <c:v>187.97</c:v>
                </c:pt>
                <c:pt idx="210">
                  <c:v>358.48</c:v>
                </c:pt>
                <c:pt idx="211">
                  <c:v>193.58</c:v>
                </c:pt>
                <c:pt idx="212">
                  <c:v>265.38</c:v>
                </c:pt>
                <c:pt idx="213">
                  <c:v>634.4</c:v>
                </c:pt>
                <c:pt idx="214">
                  <c:v>305.72</c:v>
                </c:pt>
                <c:pt idx="215">
                  <c:v>303.6</c:v>
                </c:pt>
                <c:pt idx="216">
                  <c:v>496.0</c:v>
                </c:pt>
                <c:pt idx="217">
                  <c:v>321.51</c:v>
                </c:pt>
                <c:pt idx="218">
                  <c:v>112.46</c:v>
                </c:pt>
                <c:pt idx="219">
                  <c:v>61.97</c:v>
                </c:pt>
                <c:pt idx="220">
                  <c:v>373.17</c:v>
                </c:pt>
                <c:pt idx="221">
                  <c:v>639.37</c:v>
                </c:pt>
                <c:pt idx="222">
                  <c:v>693.36</c:v>
                </c:pt>
                <c:pt idx="223">
                  <c:v>692.91</c:v>
                </c:pt>
                <c:pt idx="224">
                  <c:v>91.46</c:v>
                </c:pt>
                <c:pt idx="225">
                  <c:v>273.96</c:v>
                </c:pt>
                <c:pt idx="226">
                  <c:v>588.05</c:v>
                </c:pt>
                <c:pt idx="227">
                  <c:v>365.17</c:v>
                </c:pt>
                <c:pt idx="228">
                  <c:v>385.92</c:v>
                </c:pt>
                <c:pt idx="229">
                  <c:v>562.61</c:v>
                </c:pt>
                <c:pt idx="230">
                  <c:v>61.91</c:v>
                </c:pt>
                <c:pt idx="231">
                  <c:v>41.9</c:v>
                </c:pt>
                <c:pt idx="232">
                  <c:v>444.44</c:v>
                </c:pt>
                <c:pt idx="233">
                  <c:v>311.33</c:v>
                </c:pt>
                <c:pt idx="234">
                  <c:v>236.41</c:v>
                </c:pt>
                <c:pt idx="235">
                  <c:v>65.45</c:v>
                </c:pt>
                <c:pt idx="236">
                  <c:v>318.81</c:v>
                </c:pt>
                <c:pt idx="237">
                  <c:v>583.72</c:v>
                </c:pt>
                <c:pt idx="238">
                  <c:v>384.32</c:v>
                </c:pt>
                <c:pt idx="239">
                  <c:v>538.74</c:v>
                </c:pt>
                <c:pt idx="240">
                  <c:v>17.24</c:v>
                </c:pt>
                <c:pt idx="241">
                  <c:v>615.67</c:v>
                </c:pt>
                <c:pt idx="242">
                  <c:v>219.1</c:v>
                </c:pt>
                <c:pt idx="243">
                  <c:v>144.66</c:v>
                </c:pt>
                <c:pt idx="244">
                  <c:v>317.77</c:v>
                </c:pt>
                <c:pt idx="245">
                  <c:v>223.3</c:v>
                </c:pt>
                <c:pt idx="246">
                  <c:v>342.11</c:v>
                </c:pt>
                <c:pt idx="247">
                  <c:v>220.9</c:v>
                </c:pt>
                <c:pt idx="248">
                  <c:v>670.54</c:v>
                </c:pt>
                <c:pt idx="249">
                  <c:v>546.19</c:v>
                </c:pt>
                <c:pt idx="250">
                  <c:v>42.95</c:v>
                </c:pt>
                <c:pt idx="251">
                  <c:v>14.69</c:v>
                </c:pt>
                <c:pt idx="252">
                  <c:v>668.36</c:v>
                </c:pt>
                <c:pt idx="253">
                  <c:v>413.74</c:v>
                </c:pt>
                <c:pt idx="254">
                  <c:v>263.19</c:v>
                </c:pt>
                <c:pt idx="255">
                  <c:v>263.96</c:v>
                </c:pt>
                <c:pt idx="256">
                  <c:v>75.81</c:v>
                </c:pt>
                <c:pt idx="257">
                  <c:v>406.22</c:v>
                </c:pt>
                <c:pt idx="258">
                  <c:v>103.41</c:v>
                </c:pt>
                <c:pt idx="259">
                  <c:v>435.12</c:v>
                </c:pt>
                <c:pt idx="260">
                  <c:v>407.79</c:v>
                </c:pt>
                <c:pt idx="261">
                  <c:v>173.65</c:v>
                </c:pt>
                <c:pt idx="262">
                  <c:v>249.07</c:v>
                </c:pt>
                <c:pt idx="263">
                  <c:v>434.85</c:v>
                </c:pt>
                <c:pt idx="264">
                  <c:v>436.77</c:v>
                </c:pt>
                <c:pt idx="265">
                  <c:v>572.13</c:v>
                </c:pt>
                <c:pt idx="266">
                  <c:v>583.07</c:v>
                </c:pt>
                <c:pt idx="267">
                  <c:v>468.51</c:v>
                </c:pt>
                <c:pt idx="268">
                  <c:v>423.88</c:v>
                </c:pt>
                <c:pt idx="269">
                  <c:v>663.67</c:v>
                </c:pt>
                <c:pt idx="270">
                  <c:v>309.91</c:v>
                </c:pt>
                <c:pt idx="271">
                  <c:v>542.07</c:v>
                </c:pt>
                <c:pt idx="272">
                  <c:v>399.32</c:v>
                </c:pt>
                <c:pt idx="273">
                  <c:v>238.25</c:v>
                </c:pt>
                <c:pt idx="274">
                  <c:v>182.4</c:v>
                </c:pt>
                <c:pt idx="275">
                  <c:v>65.07</c:v>
                </c:pt>
                <c:pt idx="276">
                  <c:v>600.57</c:v>
                </c:pt>
                <c:pt idx="277">
                  <c:v>90.92</c:v>
                </c:pt>
                <c:pt idx="278">
                  <c:v>362.46</c:v>
                </c:pt>
                <c:pt idx="279">
                  <c:v>55.01</c:v>
                </c:pt>
                <c:pt idx="280">
                  <c:v>404.62</c:v>
                </c:pt>
                <c:pt idx="281">
                  <c:v>654.79</c:v>
                </c:pt>
                <c:pt idx="282">
                  <c:v>637.79</c:v>
                </c:pt>
                <c:pt idx="283">
                  <c:v>540.33</c:v>
                </c:pt>
                <c:pt idx="284">
                  <c:v>208.17</c:v>
                </c:pt>
                <c:pt idx="285">
                  <c:v>338.31</c:v>
                </c:pt>
                <c:pt idx="286">
                  <c:v>139.45</c:v>
                </c:pt>
                <c:pt idx="287">
                  <c:v>655.18</c:v>
                </c:pt>
                <c:pt idx="288">
                  <c:v>512.75</c:v>
                </c:pt>
                <c:pt idx="289">
                  <c:v>160.49</c:v>
                </c:pt>
                <c:pt idx="290">
                  <c:v>99.9</c:v>
                </c:pt>
                <c:pt idx="291">
                  <c:v>345.01</c:v>
                </c:pt>
                <c:pt idx="292">
                  <c:v>65.95</c:v>
                </c:pt>
                <c:pt idx="293">
                  <c:v>463.04</c:v>
                </c:pt>
                <c:pt idx="294">
                  <c:v>297.71</c:v>
                </c:pt>
                <c:pt idx="295">
                  <c:v>107.48</c:v>
                </c:pt>
                <c:pt idx="296">
                  <c:v>638.8</c:v>
                </c:pt>
                <c:pt idx="297">
                  <c:v>493.88</c:v>
                </c:pt>
                <c:pt idx="298">
                  <c:v>301.17</c:v>
                </c:pt>
                <c:pt idx="299">
                  <c:v>278.66</c:v>
                </c:pt>
                <c:pt idx="300">
                  <c:v>287.46</c:v>
                </c:pt>
                <c:pt idx="301">
                  <c:v>583.99</c:v>
                </c:pt>
                <c:pt idx="302">
                  <c:v>468.74</c:v>
                </c:pt>
                <c:pt idx="303">
                  <c:v>30.54</c:v>
                </c:pt>
                <c:pt idx="304">
                  <c:v>408.73</c:v>
                </c:pt>
                <c:pt idx="305">
                  <c:v>126.89</c:v>
                </c:pt>
                <c:pt idx="306">
                  <c:v>57.07</c:v>
                </c:pt>
                <c:pt idx="307">
                  <c:v>557.41</c:v>
                </c:pt>
                <c:pt idx="308">
                  <c:v>448.9</c:v>
                </c:pt>
                <c:pt idx="309">
                  <c:v>549.76</c:v>
                </c:pt>
                <c:pt idx="310">
                  <c:v>132.48</c:v>
                </c:pt>
                <c:pt idx="311">
                  <c:v>489.37</c:v>
                </c:pt>
                <c:pt idx="312">
                  <c:v>66.31</c:v>
                </c:pt>
                <c:pt idx="313">
                  <c:v>434.3</c:v>
                </c:pt>
                <c:pt idx="314">
                  <c:v>153.09</c:v>
                </c:pt>
                <c:pt idx="315">
                  <c:v>91.67</c:v>
                </c:pt>
                <c:pt idx="316">
                  <c:v>275.28</c:v>
                </c:pt>
                <c:pt idx="317">
                  <c:v>139.95</c:v>
                </c:pt>
                <c:pt idx="318">
                  <c:v>148.72</c:v>
                </c:pt>
                <c:pt idx="319">
                  <c:v>563.06</c:v>
                </c:pt>
                <c:pt idx="320">
                  <c:v>625.51</c:v>
                </c:pt>
                <c:pt idx="321">
                  <c:v>152.29</c:v>
                </c:pt>
                <c:pt idx="322">
                  <c:v>231.82</c:v>
                </c:pt>
                <c:pt idx="323">
                  <c:v>150.17</c:v>
                </c:pt>
                <c:pt idx="324">
                  <c:v>70.93</c:v>
                </c:pt>
                <c:pt idx="325">
                  <c:v>361.39</c:v>
                </c:pt>
                <c:pt idx="326">
                  <c:v>670.48</c:v>
                </c:pt>
                <c:pt idx="327">
                  <c:v>359.99</c:v>
                </c:pt>
                <c:pt idx="328">
                  <c:v>674.04</c:v>
                </c:pt>
                <c:pt idx="329">
                  <c:v>283.16</c:v>
                </c:pt>
                <c:pt idx="330">
                  <c:v>260.53</c:v>
                </c:pt>
                <c:pt idx="331">
                  <c:v>422.13</c:v>
                </c:pt>
                <c:pt idx="332">
                  <c:v>125.02</c:v>
                </c:pt>
                <c:pt idx="333">
                  <c:v>198.51</c:v>
                </c:pt>
                <c:pt idx="334">
                  <c:v>224.75</c:v>
                </c:pt>
                <c:pt idx="335">
                  <c:v>205.86</c:v>
                </c:pt>
                <c:pt idx="336">
                  <c:v>18.2</c:v>
                </c:pt>
                <c:pt idx="337">
                  <c:v>502.77</c:v>
                </c:pt>
                <c:pt idx="338">
                  <c:v>305.49</c:v>
                </c:pt>
                <c:pt idx="339">
                  <c:v>236.33</c:v>
                </c:pt>
                <c:pt idx="340">
                  <c:v>521.25</c:v>
                </c:pt>
                <c:pt idx="341">
                  <c:v>167.15</c:v>
                </c:pt>
                <c:pt idx="342">
                  <c:v>466.42</c:v>
                </c:pt>
                <c:pt idx="343">
                  <c:v>527.57</c:v>
                </c:pt>
                <c:pt idx="344">
                  <c:v>623.34</c:v>
                </c:pt>
                <c:pt idx="345">
                  <c:v>501.26</c:v>
                </c:pt>
                <c:pt idx="346">
                  <c:v>655.09</c:v>
                </c:pt>
                <c:pt idx="347">
                  <c:v>264.79</c:v>
                </c:pt>
                <c:pt idx="348">
                  <c:v>359.73</c:v>
                </c:pt>
                <c:pt idx="349">
                  <c:v>465.33</c:v>
                </c:pt>
                <c:pt idx="350">
                  <c:v>54.41</c:v>
                </c:pt>
                <c:pt idx="351">
                  <c:v>64.66</c:v>
                </c:pt>
                <c:pt idx="352">
                  <c:v>173.96</c:v>
                </c:pt>
                <c:pt idx="353">
                  <c:v>630.82</c:v>
                </c:pt>
                <c:pt idx="354">
                  <c:v>693.41</c:v>
                </c:pt>
                <c:pt idx="355">
                  <c:v>433.33</c:v>
                </c:pt>
                <c:pt idx="356">
                  <c:v>374.58</c:v>
                </c:pt>
                <c:pt idx="357">
                  <c:v>408.56</c:v>
                </c:pt>
                <c:pt idx="358">
                  <c:v>183.67</c:v>
                </c:pt>
                <c:pt idx="359">
                  <c:v>606.57</c:v>
                </c:pt>
                <c:pt idx="360">
                  <c:v>589.57</c:v>
                </c:pt>
                <c:pt idx="361">
                  <c:v>659.85</c:v>
                </c:pt>
                <c:pt idx="362">
                  <c:v>206.84</c:v>
                </c:pt>
                <c:pt idx="363">
                  <c:v>113.87</c:v>
                </c:pt>
                <c:pt idx="364">
                  <c:v>628.74</c:v>
                </c:pt>
                <c:pt idx="365">
                  <c:v>678.38</c:v>
                </c:pt>
                <c:pt idx="366">
                  <c:v>602.24</c:v>
                </c:pt>
                <c:pt idx="367">
                  <c:v>658.77</c:v>
                </c:pt>
                <c:pt idx="368">
                  <c:v>271.02</c:v>
                </c:pt>
                <c:pt idx="369">
                  <c:v>375.25</c:v>
                </c:pt>
                <c:pt idx="370">
                  <c:v>312.11</c:v>
                </c:pt>
                <c:pt idx="371">
                  <c:v>307.76</c:v>
                </c:pt>
                <c:pt idx="372">
                  <c:v>483.53</c:v>
                </c:pt>
                <c:pt idx="373">
                  <c:v>341.15</c:v>
                </c:pt>
                <c:pt idx="374">
                  <c:v>571.9</c:v>
                </c:pt>
                <c:pt idx="375">
                  <c:v>95.03</c:v>
                </c:pt>
                <c:pt idx="376">
                  <c:v>201.22</c:v>
                </c:pt>
                <c:pt idx="377">
                  <c:v>260.26</c:v>
                </c:pt>
                <c:pt idx="378">
                  <c:v>64.5</c:v>
                </c:pt>
                <c:pt idx="379">
                  <c:v>297.67</c:v>
                </c:pt>
                <c:pt idx="380">
                  <c:v>331.9</c:v>
                </c:pt>
                <c:pt idx="381">
                  <c:v>191.76</c:v>
                </c:pt>
                <c:pt idx="382">
                  <c:v>263.09</c:v>
                </c:pt>
                <c:pt idx="383">
                  <c:v>393.8</c:v>
                </c:pt>
                <c:pt idx="384">
                  <c:v>553.57</c:v>
                </c:pt>
                <c:pt idx="385">
                  <c:v>191.63</c:v>
                </c:pt>
                <c:pt idx="386">
                  <c:v>93.02</c:v>
                </c:pt>
                <c:pt idx="387">
                  <c:v>39.53</c:v>
                </c:pt>
                <c:pt idx="388">
                  <c:v>633.97</c:v>
                </c:pt>
                <c:pt idx="389">
                  <c:v>697.5</c:v>
                </c:pt>
                <c:pt idx="390">
                  <c:v>508.69</c:v>
                </c:pt>
                <c:pt idx="391">
                  <c:v>527.46</c:v>
                </c:pt>
                <c:pt idx="392">
                  <c:v>627.2</c:v>
                </c:pt>
                <c:pt idx="393">
                  <c:v>75.01</c:v>
                </c:pt>
                <c:pt idx="394">
                  <c:v>529.55</c:v>
                </c:pt>
                <c:pt idx="395">
                  <c:v>127.41</c:v>
                </c:pt>
                <c:pt idx="396">
                  <c:v>287.13</c:v>
                </c:pt>
                <c:pt idx="397">
                  <c:v>427.06</c:v>
                </c:pt>
                <c:pt idx="398">
                  <c:v>53.93</c:v>
                </c:pt>
                <c:pt idx="399">
                  <c:v>423.93</c:v>
                </c:pt>
                <c:pt idx="400">
                  <c:v>160.22</c:v>
                </c:pt>
                <c:pt idx="401">
                  <c:v>538.68</c:v>
                </c:pt>
                <c:pt idx="402">
                  <c:v>337.38</c:v>
                </c:pt>
                <c:pt idx="403">
                  <c:v>620.21</c:v>
                </c:pt>
                <c:pt idx="404">
                  <c:v>99.1</c:v>
                </c:pt>
                <c:pt idx="405">
                  <c:v>451.97</c:v>
                </c:pt>
                <c:pt idx="406">
                  <c:v>66.1</c:v>
                </c:pt>
                <c:pt idx="407">
                  <c:v>547.32</c:v>
                </c:pt>
                <c:pt idx="408">
                  <c:v>412.53</c:v>
                </c:pt>
                <c:pt idx="409">
                  <c:v>84.13</c:v>
                </c:pt>
                <c:pt idx="410">
                  <c:v>518.23</c:v>
                </c:pt>
                <c:pt idx="411">
                  <c:v>39.51</c:v>
                </c:pt>
                <c:pt idx="412">
                  <c:v>133.01</c:v>
                </c:pt>
                <c:pt idx="413">
                  <c:v>118.8</c:v>
                </c:pt>
                <c:pt idx="414">
                  <c:v>139.57</c:v>
                </c:pt>
                <c:pt idx="415">
                  <c:v>184.15</c:v>
                </c:pt>
                <c:pt idx="416">
                  <c:v>644.05</c:v>
                </c:pt>
                <c:pt idx="417">
                  <c:v>55.41</c:v>
                </c:pt>
                <c:pt idx="418">
                  <c:v>310.93</c:v>
                </c:pt>
                <c:pt idx="419">
                  <c:v>216.66</c:v>
                </c:pt>
                <c:pt idx="420">
                  <c:v>452.7</c:v>
                </c:pt>
                <c:pt idx="421">
                  <c:v>288.21</c:v>
                </c:pt>
                <c:pt idx="422">
                  <c:v>206.6</c:v>
                </c:pt>
                <c:pt idx="423">
                  <c:v>685.2</c:v>
                </c:pt>
                <c:pt idx="424">
                  <c:v>22.94</c:v>
                </c:pt>
                <c:pt idx="425">
                  <c:v>301.88</c:v>
                </c:pt>
                <c:pt idx="426">
                  <c:v>57.45</c:v>
                </c:pt>
                <c:pt idx="427">
                  <c:v>161.24</c:v>
                </c:pt>
                <c:pt idx="428">
                  <c:v>262.58</c:v>
                </c:pt>
                <c:pt idx="429">
                  <c:v>515.19</c:v>
                </c:pt>
                <c:pt idx="430">
                  <c:v>450.07</c:v>
                </c:pt>
                <c:pt idx="431">
                  <c:v>52.54</c:v>
                </c:pt>
                <c:pt idx="432">
                  <c:v>424.32</c:v>
                </c:pt>
                <c:pt idx="433">
                  <c:v>631.64</c:v>
                </c:pt>
                <c:pt idx="434">
                  <c:v>327.68</c:v>
                </c:pt>
                <c:pt idx="435">
                  <c:v>414.47</c:v>
                </c:pt>
                <c:pt idx="436">
                  <c:v>221.33</c:v>
                </c:pt>
                <c:pt idx="437">
                  <c:v>512.39</c:v>
                </c:pt>
                <c:pt idx="438">
                  <c:v>459.34</c:v>
                </c:pt>
                <c:pt idx="439">
                  <c:v>146.32</c:v>
                </c:pt>
                <c:pt idx="440">
                  <c:v>83.6</c:v>
                </c:pt>
                <c:pt idx="441">
                  <c:v>328.54</c:v>
                </c:pt>
                <c:pt idx="442">
                  <c:v>314.94</c:v>
                </c:pt>
                <c:pt idx="443">
                  <c:v>69.64</c:v>
                </c:pt>
                <c:pt idx="444">
                  <c:v>135.17</c:v>
                </c:pt>
                <c:pt idx="445">
                  <c:v>487.21</c:v>
                </c:pt>
                <c:pt idx="446">
                  <c:v>509.58</c:v>
                </c:pt>
                <c:pt idx="447">
                  <c:v>416.81</c:v>
                </c:pt>
                <c:pt idx="448">
                  <c:v>160.0</c:v>
                </c:pt>
                <c:pt idx="449">
                  <c:v>253.05</c:v>
                </c:pt>
                <c:pt idx="450">
                  <c:v>615.1</c:v>
                </c:pt>
                <c:pt idx="451">
                  <c:v>183.18</c:v>
                </c:pt>
                <c:pt idx="452">
                  <c:v>75.78</c:v>
                </c:pt>
                <c:pt idx="453">
                  <c:v>675.57</c:v>
                </c:pt>
                <c:pt idx="454">
                  <c:v>109.29</c:v>
                </c:pt>
                <c:pt idx="455">
                  <c:v>639.83</c:v>
                </c:pt>
                <c:pt idx="456">
                  <c:v>62.81</c:v>
                </c:pt>
                <c:pt idx="457">
                  <c:v>615.83</c:v>
                </c:pt>
                <c:pt idx="458">
                  <c:v>510.58</c:v>
                </c:pt>
                <c:pt idx="459">
                  <c:v>334.39</c:v>
                </c:pt>
                <c:pt idx="460">
                  <c:v>144.25</c:v>
                </c:pt>
                <c:pt idx="461">
                  <c:v>401.82</c:v>
                </c:pt>
                <c:pt idx="462">
                  <c:v>252.68</c:v>
                </c:pt>
                <c:pt idx="463">
                  <c:v>662.78</c:v>
                </c:pt>
                <c:pt idx="464">
                  <c:v>434.42</c:v>
                </c:pt>
                <c:pt idx="465">
                  <c:v>513.49</c:v>
                </c:pt>
                <c:pt idx="466">
                  <c:v>432.47</c:v>
                </c:pt>
                <c:pt idx="467">
                  <c:v>45.94</c:v>
                </c:pt>
                <c:pt idx="468">
                  <c:v>418.36</c:v>
                </c:pt>
                <c:pt idx="469">
                  <c:v>676.98</c:v>
                </c:pt>
                <c:pt idx="470">
                  <c:v>263.62</c:v>
                </c:pt>
                <c:pt idx="471">
                  <c:v>551.27</c:v>
                </c:pt>
                <c:pt idx="472">
                  <c:v>508.12</c:v>
                </c:pt>
                <c:pt idx="473">
                  <c:v>14.93</c:v>
                </c:pt>
                <c:pt idx="474">
                  <c:v>229.34</c:v>
                </c:pt>
                <c:pt idx="475">
                  <c:v>438.62</c:v>
                </c:pt>
                <c:pt idx="476">
                  <c:v>513.59</c:v>
                </c:pt>
                <c:pt idx="477">
                  <c:v>253.74</c:v>
                </c:pt>
                <c:pt idx="478">
                  <c:v>62.77</c:v>
                </c:pt>
                <c:pt idx="479">
                  <c:v>25.29</c:v>
                </c:pt>
                <c:pt idx="480">
                  <c:v>335.1</c:v>
                </c:pt>
                <c:pt idx="481">
                  <c:v>484.85</c:v>
                </c:pt>
                <c:pt idx="482">
                  <c:v>381.41</c:v>
                </c:pt>
                <c:pt idx="483">
                  <c:v>347.92</c:v>
                </c:pt>
                <c:pt idx="484">
                  <c:v>15.01</c:v>
                </c:pt>
                <c:pt idx="485">
                  <c:v>404.79</c:v>
                </c:pt>
                <c:pt idx="486">
                  <c:v>611.26</c:v>
                </c:pt>
                <c:pt idx="487">
                  <c:v>346.52</c:v>
                </c:pt>
                <c:pt idx="488">
                  <c:v>36.65</c:v>
                </c:pt>
                <c:pt idx="489">
                  <c:v>149.34</c:v>
                </c:pt>
                <c:pt idx="490">
                  <c:v>467.81</c:v>
                </c:pt>
                <c:pt idx="491">
                  <c:v>420.7</c:v>
                </c:pt>
                <c:pt idx="492">
                  <c:v>606.52</c:v>
                </c:pt>
                <c:pt idx="493">
                  <c:v>420.26</c:v>
                </c:pt>
                <c:pt idx="494">
                  <c:v>505.79</c:v>
                </c:pt>
                <c:pt idx="495">
                  <c:v>493.73</c:v>
                </c:pt>
                <c:pt idx="496">
                  <c:v>201.21</c:v>
                </c:pt>
                <c:pt idx="497">
                  <c:v>112.29</c:v>
                </c:pt>
                <c:pt idx="498">
                  <c:v>132.56</c:v>
                </c:pt>
                <c:pt idx="499">
                  <c:v>539.46</c:v>
                </c:pt>
                <c:pt idx="500">
                  <c:v>508.59</c:v>
                </c:pt>
                <c:pt idx="501">
                  <c:v>203.46</c:v>
                </c:pt>
                <c:pt idx="502">
                  <c:v>565.25</c:v>
                </c:pt>
                <c:pt idx="503">
                  <c:v>136.84</c:v>
                </c:pt>
                <c:pt idx="504">
                  <c:v>464.5</c:v>
                </c:pt>
                <c:pt idx="505">
                  <c:v>434.97</c:v>
                </c:pt>
                <c:pt idx="506">
                  <c:v>43.67</c:v>
                </c:pt>
                <c:pt idx="507">
                  <c:v>171.59</c:v>
                </c:pt>
                <c:pt idx="508">
                  <c:v>558.27</c:v>
                </c:pt>
                <c:pt idx="509">
                  <c:v>425.03</c:v>
                </c:pt>
                <c:pt idx="510">
                  <c:v>376.76</c:v>
                </c:pt>
                <c:pt idx="511">
                  <c:v>575.24</c:v>
                </c:pt>
                <c:pt idx="512">
                  <c:v>568.02</c:v>
                </c:pt>
                <c:pt idx="513">
                  <c:v>94.88</c:v>
                </c:pt>
                <c:pt idx="514">
                  <c:v>304.15</c:v>
                </c:pt>
                <c:pt idx="515">
                  <c:v>553.52</c:v>
                </c:pt>
                <c:pt idx="516">
                  <c:v>166.99</c:v>
                </c:pt>
                <c:pt idx="517">
                  <c:v>198.35</c:v>
                </c:pt>
                <c:pt idx="518">
                  <c:v>403.58</c:v>
                </c:pt>
                <c:pt idx="519">
                  <c:v>464.29</c:v>
                </c:pt>
                <c:pt idx="520">
                  <c:v>635.98</c:v>
                </c:pt>
                <c:pt idx="521">
                  <c:v>528.06</c:v>
                </c:pt>
                <c:pt idx="522">
                  <c:v>515.32</c:v>
                </c:pt>
                <c:pt idx="523">
                  <c:v>657.79</c:v>
                </c:pt>
                <c:pt idx="524">
                  <c:v>153.0</c:v>
                </c:pt>
                <c:pt idx="525">
                  <c:v>668.48</c:v>
                </c:pt>
                <c:pt idx="526">
                  <c:v>46.5</c:v>
                </c:pt>
                <c:pt idx="527">
                  <c:v>653.47</c:v>
                </c:pt>
                <c:pt idx="528">
                  <c:v>628.89</c:v>
                </c:pt>
                <c:pt idx="529">
                  <c:v>675.1</c:v>
                </c:pt>
                <c:pt idx="530">
                  <c:v>89.41</c:v>
                </c:pt>
                <c:pt idx="531">
                  <c:v>320.01</c:v>
                </c:pt>
                <c:pt idx="532">
                  <c:v>41.0</c:v>
                </c:pt>
                <c:pt idx="533">
                  <c:v>565.85</c:v>
                </c:pt>
                <c:pt idx="534">
                  <c:v>648.59</c:v>
                </c:pt>
                <c:pt idx="535">
                  <c:v>68.12</c:v>
                </c:pt>
                <c:pt idx="536">
                  <c:v>616.1</c:v>
                </c:pt>
                <c:pt idx="537">
                  <c:v>247.47</c:v>
                </c:pt>
                <c:pt idx="538">
                  <c:v>490.74</c:v>
                </c:pt>
                <c:pt idx="539">
                  <c:v>531.72</c:v>
                </c:pt>
                <c:pt idx="540">
                  <c:v>648.65</c:v>
                </c:pt>
                <c:pt idx="541">
                  <c:v>456.06</c:v>
                </c:pt>
                <c:pt idx="542">
                  <c:v>17.98</c:v>
                </c:pt>
                <c:pt idx="543">
                  <c:v>269.86</c:v>
                </c:pt>
                <c:pt idx="544">
                  <c:v>31.96</c:v>
                </c:pt>
                <c:pt idx="545">
                  <c:v>98.47</c:v>
                </c:pt>
                <c:pt idx="546">
                  <c:v>158.68</c:v>
                </c:pt>
                <c:pt idx="547">
                  <c:v>613.98</c:v>
                </c:pt>
                <c:pt idx="548">
                  <c:v>426.12</c:v>
                </c:pt>
                <c:pt idx="549">
                  <c:v>629.88</c:v>
                </c:pt>
                <c:pt idx="550">
                  <c:v>228.91</c:v>
                </c:pt>
                <c:pt idx="551">
                  <c:v>120.98</c:v>
                </c:pt>
                <c:pt idx="552">
                  <c:v>425.18</c:v>
                </c:pt>
                <c:pt idx="553">
                  <c:v>333.83</c:v>
                </c:pt>
                <c:pt idx="554">
                  <c:v>492.9</c:v>
                </c:pt>
                <c:pt idx="555">
                  <c:v>92.04</c:v>
                </c:pt>
                <c:pt idx="556">
                  <c:v>654.27</c:v>
                </c:pt>
                <c:pt idx="557">
                  <c:v>56.2</c:v>
                </c:pt>
                <c:pt idx="558">
                  <c:v>628.12</c:v>
                </c:pt>
                <c:pt idx="559">
                  <c:v>157.4</c:v>
                </c:pt>
                <c:pt idx="560">
                  <c:v>588.85</c:v>
                </c:pt>
                <c:pt idx="561">
                  <c:v>494.78</c:v>
                </c:pt>
                <c:pt idx="562">
                  <c:v>663.93</c:v>
                </c:pt>
                <c:pt idx="563">
                  <c:v>132.68</c:v>
                </c:pt>
                <c:pt idx="564">
                  <c:v>364.28</c:v>
                </c:pt>
                <c:pt idx="565">
                  <c:v>307.98</c:v>
                </c:pt>
                <c:pt idx="566">
                  <c:v>162.71</c:v>
                </c:pt>
                <c:pt idx="567">
                  <c:v>492.94</c:v>
                </c:pt>
                <c:pt idx="568">
                  <c:v>343.99</c:v>
                </c:pt>
                <c:pt idx="569">
                  <c:v>250.68</c:v>
                </c:pt>
                <c:pt idx="570">
                  <c:v>362.14</c:v>
                </c:pt>
                <c:pt idx="571">
                  <c:v>214.08</c:v>
                </c:pt>
                <c:pt idx="572">
                  <c:v>70.32</c:v>
                </c:pt>
                <c:pt idx="573">
                  <c:v>421.42</c:v>
                </c:pt>
                <c:pt idx="574">
                  <c:v>384.69</c:v>
                </c:pt>
                <c:pt idx="575">
                  <c:v>448.15</c:v>
                </c:pt>
                <c:pt idx="576">
                  <c:v>79.08</c:v>
                </c:pt>
                <c:pt idx="577">
                  <c:v>185.41</c:v>
                </c:pt>
                <c:pt idx="578">
                  <c:v>566.07</c:v>
                </c:pt>
                <c:pt idx="579">
                  <c:v>187.88</c:v>
                </c:pt>
                <c:pt idx="580">
                  <c:v>255.99</c:v>
                </c:pt>
                <c:pt idx="581">
                  <c:v>627.34</c:v>
                </c:pt>
                <c:pt idx="582">
                  <c:v>474.14</c:v>
                </c:pt>
                <c:pt idx="583">
                  <c:v>154.37</c:v>
                </c:pt>
                <c:pt idx="584">
                  <c:v>145.05</c:v>
                </c:pt>
                <c:pt idx="585">
                  <c:v>67.08</c:v>
                </c:pt>
                <c:pt idx="586">
                  <c:v>522.08</c:v>
                </c:pt>
                <c:pt idx="587">
                  <c:v>514.6</c:v>
                </c:pt>
                <c:pt idx="588">
                  <c:v>577.82</c:v>
                </c:pt>
                <c:pt idx="589">
                  <c:v>500.8</c:v>
                </c:pt>
                <c:pt idx="590">
                  <c:v>461.13</c:v>
                </c:pt>
                <c:pt idx="591">
                  <c:v>605.28</c:v>
                </c:pt>
                <c:pt idx="592">
                  <c:v>204.27</c:v>
                </c:pt>
                <c:pt idx="593">
                  <c:v>489.8</c:v>
                </c:pt>
                <c:pt idx="594">
                  <c:v>72.64</c:v>
                </c:pt>
                <c:pt idx="595">
                  <c:v>385.16</c:v>
                </c:pt>
                <c:pt idx="596">
                  <c:v>606.41</c:v>
                </c:pt>
                <c:pt idx="597">
                  <c:v>211.82</c:v>
                </c:pt>
                <c:pt idx="598">
                  <c:v>495.35</c:v>
                </c:pt>
                <c:pt idx="599">
                  <c:v>556.99</c:v>
                </c:pt>
                <c:pt idx="600">
                  <c:v>72.31</c:v>
                </c:pt>
                <c:pt idx="601">
                  <c:v>24.82</c:v>
                </c:pt>
                <c:pt idx="602">
                  <c:v>26.04</c:v>
                </c:pt>
                <c:pt idx="603">
                  <c:v>657.07</c:v>
                </c:pt>
                <c:pt idx="604">
                  <c:v>32.62</c:v>
                </c:pt>
                <c:pt idx="605">
                  <c:v>228.91</c:v>
                </c:pt>
                <c:pt idx="606">
                  <c:v>274.75</c:v>
                </c:pt>
                <c:pt idx="607">
                  <c:v>634.05</c:v>
                </c:pt>
                <c:pt idx="608">
                  <c:v>543.16</c:v>
                </c:pt>
                <c:pt idx="609">
                  <c:v>449.13</c:v>
                </c:pt>
                <c:pt idx="610">
                  <c:v>389.62</c:v>
                </c:pt>
                <c:pt idx="611">
                  <c:v>305.17</c:v>
                </c:pt>
                <c:pt idx="612">
                  <c:v>445.12</c:v>
                </c:pt>
                <c:pt idx="613">
                  <c:v>230.36</c:v>
                </c:pt>
                <c:pt idx="614">
                  <c:v>96.81</c:v>
                </c:pt>
                <c:pt idx="615">
                  <c:v>460.14</c:v>
                </c:pt>
                <c:pt idx="616">
                  <c:v>601.6</c:v>
                </c:pt>
                <c:pt idx="617">
                  <c:v>184.47</c:v>
                </c:pt>
                <c:pt idx="618">
                  <c:v>411.34</c:v>
                </c:pt>
                <c:pt idx="619">
                  <c:v>532.89</c:v>
                </c:pt>
                <c:pt idx="620">
                  <c:v>136.34</c:v>
                </c:pt>
                <c:pt idx="621">
                  <c:v>476.01</c:v>
                </c:pt>
                <c:pt idx="622">
                  <c:v>236.38</c:v>
                </c:pt>
                <c:pt idx="623">
                  <c:v>396.0</c:v>
                </c:pt>
                <c:pt idx="624">
                  <c:v>341.96</c:v>
                </c:pt>
                <c:pt idx="625">
                  <c:v>672.89</c:v>
                </c:pt>
                <c:pt idx="626">
                  <c:v>657.48</c:v>
                </c:pt>
                <c:pt idx="627">
                  <c:v>498.68</c:v>
                </c:pt>
                <c:pt idx="628">
                  <c:v>558.63</c:v>
                </c:pt>
                <c:pt idx="629">
                  <c:v>19.73</c:v>
                </c:pt>
                <c:pt idx="630">
                  <c:v>248.84</c:v>
                </c:pt>
                <c:pt idx="631">
                  <c:v>46.11</c:v>
                </c:pt>
                <c:pt idx="632">
                  <c:v>678.16</c:v>
                </c:pt>
                <c:pt idx="633">
                  <c:v>601.72</c:v>
                </c:pt>
                <c:pt idx="634">
                  <c:v>259.32</c:v>
                </c:pt>
                <c:pt idx="635">
                  <c:v>63.68</c:v>
                </c:pt>
                <c:pt idx="636">
                  <c:v>371.07</c:v>
                </c:pt>
                <c:pt idx="637">
                  <c:v>306.35</c:v>
                </c:pt>
                <c:pt idx="638">
                  <c:v>578.27</c:v>
                </c:pt>
                <c:pt idx="639">
                  <c:v>529.19</c:v>
                </c:pt>
                <c:pt idx="640">
                  <c:v>587.49</c:v>
                </c:pt>
                <c:pt idx="641">
                  <c:v>567.57</c:v>
                </c:pt>
                <c:pt idx="642">
                  <c:v>85.22</c:v>
                </c:pt>
                <c:pt idx="643">
                  <c:v>438.37</c:v>
                </c:pt>
                <c:pt idx="644">
                  <c:v>366.23</c:v>
                </c:pt>
                <c:pt idx="645">
                  <c:v>150.05</c:v>
                </c:pt>
                <c:pt idx="646">
                  <c:v>498.51</c:v>
                </c:pt>
                <c:pt idx="647">
                  <c:v>339.39</c:v>
                </c:pt>
                <c:pt idx="648">
                  <c:v>575.83</c:v>
                </c:pt>
                <c:pt idx="649">
                  <c:v>642.98</c:v>
                </c:pt>
                <c:pt idx="650">
                  <c:v>372.23</c:v>
                </c:pt>
                <c:pt idx="651">
                  <c:v>646.34</c:v>
                </c:pt>
                <c:pt idx="652">
                  <c:v>341.84</c:v>
                </c:pt>
                <c:pt idx="653">
                  <c:v>690.3</c:v>
                </c:pt>
                <c:pt idx="654">
                  <c:v>382.37</c:v>
                </c:pt>
                <c:pt idx="655">
                  <c:v>132.6</c:v>
                </c:pt>
                <c:pt idx="656">
                  <c:v>189.06</c:v>
                </c:pt>
                <c:pt idx="657">
                  <c:v>87.79</c:v>
                </c:pt>
                <c:pt idx="658">
                  <c:v>46.36</c:v>
                </c:pt>
                <c:pt idx="659">
                  <c:v>642.04</c:v>
                </c:pt>
                <c:pt idx="660">
                  <c:v>651.57</c:v>
                </c:pt>
                <c:pt idx="661">
                  <c:v>424.89</c:v>
                </c:pt>
                <c:pt idx="662">
                  <c:v>438.89</c:v>
                </c:pt>
                <c:pt idx="663">
                  <c:v>72.6</c:v>
                </c:pt>
                <c:pt idx="664">
                  <c:v>194.75</c:v>
                </c:pt>
                <c:pt idx="665">
                  <c:v>231.26</c:v>
                </c:pt>
                <c:pt idx="666">
                  <c:v>327.12</c:v>
                </c:pt>
                <c:pt idx="667">
                  <c:v>466.42</c:v>
                </c:pt>
                <c:pt idx="668">
                  <c:v>253.67</c:v>
                </c:pt>
                <c:pt idx="669">
                  <c:v>257.0</c:v>
                </c:pt>
                <c:pt idx="670">
                  <c:v>539.2</c:v>
                </c:pt>
                <c:pt idx="671">
                  <c:v>50.74</c:v>
                </c:pt>
                <c:pt idx="672">
                  <c:v>624.16</c:v>
                </c:pt>
                <c:pt idx="673">
                  <c:v>372.92</c:v>
                </c:pt>
                <c:pt idx="674">
                  <c:v>358.75</c:v>
                </c:pt>
                <c:pt idx="675">
                  <c:v>342.02</c:v>
                </c:pt>
                <c:pt idx="676">
                  <c:v>422.34</c:v>
                </c:pt>
                <c:pt idx="677">
                  <c:v>22.07</c:v>
                </c:pt>
                <c:pt idx="678">
                  <c:v>163.13</c:v>
                </c:pt>
                <c:pt idx="679">
                  <c:v>360.66</c:v>
                </c:pt>
                <c:pt idx="680">
                  <c:v>463.39</c:v>
                </c:pt>
                <c:pt idx="681">
                  <c:v>155.27</c:v>
                </c:pt>
                <c:pt idx="682">
                  <c:v>509.42</c:v>
                </c:pt>
                <c:pt idx="683">
                  <c:v>652.48</c:v>
                </c:pt>
                <c:pt idx="684">
                  <c:v>34.84</c:v>
                </c:pt>
                <c:pt idx="685">
                  <c:v>234.37</c:v>
                </c:pt>
                <c:pt idx="686">
                  <c:v>53.6</c:v>
                </c:pt>
                <c:pt idx="687">
                  <c:v>332.09</c:v>
                </c:pt>
                <c:pt idx="688">
                  <c:v>593.22</c:v>
                </c:pt>
                <c:pt idx="689">
                  <c:v>444.84</c:v>
                </c:pt>
                <c:pt idx="690">
                  <c:v>24.48</c:v>
                </c:pt>
                <c:pt idx="691">
                  <c:v>239.08</c:v>
                </c:pt>
                <c:pt idx="692">
                  <c:v>196.84</c:v>
                </c:pt>
                <c:pt idx="693">
                  <c:v>176.58</c:v>
                </c:pt>
                <c:pt idx="694">
                  <c:v>666.52</c:v>
                </c:pt>
                <c:pt idx="695">
                  <c:v>101.3</c:v>
                </c:pt>
                <c:pt idx="696">
                  <c:v>151.2</c:v>
                </c:pt>
                <c:pt idx="697">
                  <c:v>94.85</c:v>
                </c:pt>
                <c:pt idx="698">
                  <c:v>388.22</c:v>
                </c:pt>
                <c:pt idx="699">
                  <c:v>614.15</c:v>
                </c:pt>
                <c:pt idx="700">
                  <c:v>92.91</c:v>
                </c:pt>
                <c:pt idx="701">
                  <c:v>92.22</c:v>
                </c:pt>
                <c:pt idx="702">
                  <c:v>562.55</c:v>
                </c:pt>
                <c:pt idx="703">
                  <c:v>92.79</c:v>
                </c:pt>
                <c:pt idx="704">
                  <c:v>30.27</c:v>
                </c:pt>
                <c:pt idx="705">
                  <c:v>49.08</c:v>
                </c:pt>
                <c:pt idx="706">
                  <c:v>228.09</c:v>
                </c:pt>
                <c:pt idx="707">
                  <c:v>650.04</c:v>
                </c:pt>
                <c:pt idx="708">
                  <c:v>665.11</c:v>
                </c:pt>
                <c:pt idx="709">
                  <c:v>386.03</c:v>
                </c:pt>
                <c:pt idx="710">
                  <c:v>21.54</c:v>
                </c:pt>
                <c:pt idx="711">
                  <c:v>475.78</c:v>
                </c:pt>
                <c:pt idx="712">
                  <c:v>68.4</c:v>
                </c:pt>
                <c:pt idx="713">
                  <c:v>532.49</c:v>
                </c:pt>
                <c:pt idx="714">
                  <c:v>51.73</c:v>
                </c:pt>
                <c:pt idx="715">
                  <c:v>653.63</c:v>
                </c:pt>
                <c:pt idx="716">
                  <c:v>454.29</c:v>
                </c:pt>
                <c:pt idx="717">
                  <c:v>122.11</c:v>
                </c:pt>
                <c:pt idx="718">
                  <c:v>64.74</c:v>
                </c:pt>
                <c:pt idx="719">
                  <c:v>681.06</c:v>
                </c:pt>
                <c:pt idx="720">
                  <c:v>128.95</c:v>
                </c:pt>
                <c:pt idx="721">
                  <c:v>118.59</c:v>
                </c:pt>
                <c:pt idx="722">
                  <c:v>95.1</c:v>
                </c:pt>
                <c:pt idx="723">
                  <c:v>54.95</c:v>
                </c:pt>
                <c:pt idx="724">
                  <c:v>136.97</c:v>
                </c:pt>
                <c:pt idx="725">
                  <c:v>194.85</c:v>
                </c:pt>
                <c:pt idx="726">
                  <c:v>583.02</c:v>
                </c:pt>
                <c:pt idx="727">
                  <c:v>95.75</c:v>
                </c:pt>
                <c:pt idx="728">
                  <c:v>325.76</c:v>
                </c:pt>
                <c:pt idx="729">
                  <c:v>186.41</c:v>
                </c:pt>
                <c:pt idx="730">
                  <c:v>474.6</c:v>
                </c:pt>
                <c:pt idx="731">
                  <c:v>584.46</c:v>
                </c:pt>
                <c:pt idx="732">
                  <c:v>132.05</c:v>
                </c:pt>
                <c:pt idx="733">
                  <c:v>494.84</c:v>
                </c:pt>
                <c:pt idx="734">
                  <c:v>224.61</c:v>
                </c:pt>
                <c:pt idx="735">
                  <c:v>44.07</c:v>
                </c:pt>
                <c:pt idx="736">
                  <c:v>418.53</c:v>
                </c:pt>
                <c:pt idx="737">
                  <c:v>532.87</c:v>
                </c:pt>
                <c:pt idx="738">
                  <c:v>485.37</c:v>
                </c:pt>
                <c:pt idx="739">
                  <c:v>386.73</c:v>
                </c:pt>
                <c:pt idx="740">
                  <c:v>377.47</c:v>
                </c:pt>
                <c:pt idx="741">
                  <c:v>332.64</c:v>
                </c:pt>
                <c:pt idx="742">
                  <c:v>699.93</c:v>
                </c:pt>
                <c:pt idx="743">
                  <c:v>576.35</c:v>
                </c:pt>
                <c:pt idx="744">
                  <c:v>461.37</c:v>
                </c:pt>
                <c:pt idx="745">
                  <c:v>111.3</c:v>
                </c:pt>
                <c:pt idx="746">
                  <c:v>661.89</c:v>
                </c:pt>
                <c:pt idx="747">
                  <c:v>259.58</c:v>
                </c:pt>
                <c:pt idx="748">
                  <c:v>70.81</c:v>
                </c:pt>
                <c:pt idx="749">
                  <c:v>518.39</c:v>
                </c:pt>
                <c:pt idx="750">
                  <c:v>145.41</c:v>
                </c:pt>
                <c:pt idx="751">
                  <c:v>599.86</c:v>
                </c:pt>
                <c:pt idx="752">
                  <c:v>429.37</c:v>
                </c:pt>
                <c:pt idx="753">
                  <c:v>241.49</c:v>
                </c:pt>
                <c:pt idx="754">
                  <c:v>452.05</c:v>
                </c:pt>
                <c:pt idx="755">
                  <c:v>336.71</c:v>
                </c:pt>
                <c:pt idx="756">
                  <c:v>283.69</c:v>
                </c:pt>
                <c:pt idx="757">
                  <c:v>157.72</c:v>
                </c:pt>
                <c:pt idx="758">
                  <c:v>624.84</c:v>
                </c:pt>
                <c:pt idx="759">
                  <c:v>308.01</c:v>
                </c:pt>
                <c:pt idx="760">
                  <c:v>39.56</c:v>
                </c:pt>
                <c:pt idx="761">
                  <c:v>37.76</c:v>
                </c:pt>
                <c:pt idx="762">
                  <c:v>76.96</c:v>
                </c:pt>
                <c:pt idx="763">
                  <c:v>569.96</c:v>
                </c:pt>
                <c:pt idx="764">
                  <c:v>627.43</c:v>
                </c:pt>
                <c:pt idx="765">
                  <c:v>534.91</c:v>
                </c:pt>
                <c:pt idx="766">
                  <c:v>278.88</c:v>
                </c:pt>
                <c:pt idx="767">
                  <c:v>323.22</c:v>
                </c:pt>
                <c:pt idx="768">
                  <c:v>653.46</c:v>
                </c:pt>
                <c:pt idx="769">
                  <c:v>678.55</c:v>
                </c:pt>
                <c:pt idx="770">
                  <c:v>314.38</c:v>
                </c:pt>
                <c:pt idx="771">
                  <c:v>692.44</c:v>
                </c:pt>
                <c:pt idx="772">
                  <c:v>604.87</c:v>
                </c:pt>
                <c:pt idx="773">
                  <c:v>512.33</c:v>
                </c:pt>
                <c:pt idx="774">
                  <c:v>20.54</c:v>
                </c:pt>
                <c:pt idx="775">
                  <c:v>625.22</c:v>
                </c:pt>
                <c:pt idx="776">
                  <c:v>21.19</c:v>
                </c:pt>
                <c:pt idx="777">
                  <c:v>64.49</c:v>
                </c:pt>
                <c:pt idx="778">
                  <c:v>246.85</c:v>
                </c:pt>
                <c:pt idx="779">
                  <c:v>588.74</c:v>
                </c:pt>
                <c:pt idx="780">
                  <c:v>184.48</c:v>
                </c:pt>
                <c:pt idx="781">
                  <c:v>524.26</c:v>
                </c:pt>
                <c:pt idx="782">
                  <c:v>493.63</c:v>
                </c:pt>
                <c:pt idx="783">
                  <c:v>438.34</c:v>
                </c:pt>
                <c:pt idx="784">
                  <c:v>325.81</c:v>
                </c:pt>
                <c:pt idx="785">
                  <c:v>176.1</c:v>
                </c:pt>
                <c:pt idx="786">
                  <c:v>45.31</c:v>
                </c:pt>
                <c:pt idx="787">
                  <c:v>221.96</c:v>
                </c:pt>
                <c:pt idx="788">
                  <c:v>601.43</c:v>
                </c:pt>
                <c:pt idx="789">
                  <c:v>691.28</c:v>
                </c:pt>
                <c:pt idx="790">
                  <c:v>417.89</c:v>
                </c:pt>
                <c:pt idx="791">
                  <c:v>409.28</c:v>
                </c:pt>
                <c:pt idx="792">
                  <c:v>356.35</c:v>
                </c:pt>
                <c:pt idx="793">
                  <c:v>170.22</c:v>
                </c:pt>
                <c:pt idx="794">
                  <c:v>384.85</c:v>
                </c:pt>
                <c:pt idx="795">
                  <c:v>115.77</c:v>
                </c:pt>
                <c:pt idx="796">
                  <c:v>579.55</c:v>
                </c:pt>
                <c:pt idx="797">
                  <c:v>438.76</c:v>
                </c:pt>
                <c:pt idx="798">
                  <c:v>488.35</c:v>
                </c:pt>
                <c:pt idx="799">
                  <c:v>328.56</c:v>
                </c:pt>
                <c:pt idx="800">
                  <c:v>68.39</c:v>
                </c:pt>
                <c:pt idx="801">
                  <c:v>595.62</c:v>
                </c:pt>
                <c:pt idx="802">
                  <c:v>644.64</c:v>
                </c:pt>
                <c:pt idx="803">
                  <c:v>397.81</c:v>
                </c:pt>
                <c:pt idx="804">
                  <c:v>236.5</c:v>
                </c:pt>
                <c:pt idx="805">
                  <c:v>472.01</c:v>
                </c:pt>
                <c:pt idx="806">
                  <c:v>253.75</c:v>
                </c:pt>
                <c:pt idx="807">
                  <c:v>676.21</c:v>
                </c:pt>
                <c:pt idx="808">
                  <c:v>134.05</c:v>
                </c:pt>
                <c:pt idx="809">
                  <c:v>217.43</c:v>
                </c:pt>
                <c:pt idx="810">
                  <c:v>553.56</c:v>
                </c:pt>
                <c:pt idx="811">
                  <c:v>28.55</c:v>
                </c:pt>
                <c:pt idx="812">
                  <c:v>255.26</c:v>
                </c:pt>
                <c:pt idx="813">
                  <c:v>292.54</c:v>
                </c:pt>
                <c:pt idx="814">
                  <c:v>147.51</c:v>
                </c:pt>
                <c:pt idx="815">
                  <c:v>569.84</c:v>
                </c:pt>
                <c:pt idx="816">
                  <c:v>574.79</c:v>
                </c:pt>
                <c:pt idx="817">
                  <c:v>598.19</c:v>
                </c:pt>
                <c:pt idx="818">
                  <c:v>390.84</c:v>
                </c:pt>
                <c:pt idx="819">
                  <c:v>398.45</c:v>
                </c:pt>
                <c:pt idx="820">
                  <c:v>623.81</c:v>
                </c:pt>
                <c:pt idx="821">
                  <c:v>174.49</c:v>
                </c:pt>
                <c:pt idx="822">
                  <c:v>479.56</c:v>
                </c:pt>
                <c:pt idx="823">
                  <c:v>653.13</c:v>
                </c:pt>
                <c:pt idx="824">
                  <c:v>481.1</c:v>
                </c:pt>
                <c:pt idx="825">
                  <c:v>271.69</c:v>
                </c:pt>
                <c:pt idx="826">
                  <c:v>463.81</c:v>
                </c:pt>
                <c:pt idx="827">
                  <c:v>639.88</c:v>
                </c:pt>
                <c:pt idx="828">
                  <c:v>404.58</c:v>
                </c:pt>
                <c:pt idx="829">
                  <c:v>76.93</c:v>
                </c:pt>
                <c:pt idx="830">
                  <c:v>190.64</c:v>
                </c:pt>
                <c:pt idx="831">
                  <c:v>88.73</c:v>
                </c:pt>
                <c:pt idx="832">
                  <c:v>485.71</c:v>
                </c:pt>
                <c:pt idx="833">
                  <c:v>78.29</c:v>
                </c:pt>
                <c:pt idx="834">
                  <c:v>22.14</c:v>
                </c:pt>
                <c:pt idx="835">
                  <c:v>679.65</c:v>
                </c:pt>
                <c:pt idx="836">
                  <c:v>178.44</c:v>
                </c:pt>
                <c:pt idx="837">
                  <c:v>655.55</c:v>
                </c:pt>
                <c:pt idx="838">
                  <c:v>577.08</c:v>
                </c:pt>
                <c:pt idx="839">
                  <c:v>197.97</c:v>
                </c:pt>
                <c:pt idx="840">
                  <c:v>411.95</c:v>
                </c:pt>
                <c:pt idx="841">
                  <c:v>443.22</c:v>
                </c:pt>
                <c:pt idx="842">
                  <c:v>364.14</c:v>
                </c:pt>
                <c:pt idx="843">
                  <c:v>430.06</c:v>
                </c:pt>
                <c:pt idx="844">
                  <c:v>320.92</c:v>
                </c:pt>
                <c:pt idx="845">
                  <c:v>107.36</c:v>
                </c:pt>
                <c:pt idx="846">
                  <c:v>359.86</c:v>
                </c:pt>
                <c:pt idx="847">
                  <c:v>434.23</c:v>
                </c:pt>
                <c:pt idx="848">
                  <c:v>645.85</c:v>
                </c:pt>
                <c:pt idx="849">
                  <c:v>214.35</c:v>
                </c:pt>
                <c:pt idx="850">
                  <c:v>638.5</c:v>
                </c:pt>
                <c:pt idx="851">
                  <c:v>365.57</c:v>
                </c:pt>
                <c:pt idx="852">
                  <c:v>568.05</c:v>
                </c:pt>
                <c:pt idx="853">
                  <c:v>490.01</c:v>
                </c:pt>
                <c:pt idx="854">
                  <c:v>372.6</c:v>
                </c:pt>
                <c:pt idx="855">
                  <c:v>240.61</c:v>
                </c:pt>
                <c:pt idx="856">
                  <c:v>586.62</c:v>
                </c:pt>
                <c:pt idx="857">
                  <c:v>257.84</c:v>
                </c:pt>
                <c:pt idx="858">
                  <c:v>435.66</c:v>
                </c:pt>
                <c:pt idx="859">
                  <c:v>261.33</c:v>
                </c:pt>
                <c:pt idx="860">
                  <c:v>422.54</c:v>
                </c:pt>
                <c:pt idx="861">
                  <c:v>330.45</c:v>
                </c:pt>
                <c:pt idx="862">
                  <c:v>120.82</c:v>
                </c:pt>
                <c:pt idx="863">
                  <c:v>14.06</c:v>
                </c:pt>
                <c:pt idx="864">
                  <c:v>491.11</c:v>
                </c:pt>
                <c:pt idx="865">
                  <c:v>677.37</c:v>
                </c:pt>
                <c:pt idx="866">
                  <c:v>189.25</c:v>
                </c:pt>
                <c:pt idx="867">
                  <c:v>142.58</c:v>
                </c:pt>
                <c:pt idx="868">
                  <c:v>316.32</c:v>
                </c:pt>
                <c:pt idx="869">
                  <c:v>533.95</c:v>
                </c:pt>
                <c:pt idx="870">
                  <c:v>470.09</c:v>
                </c:pt>
                <c:pt idx="871">
                  <c:v>324.3</c:v>
                </c:pt>
                <c:pt idx="872">
                  <c:v>629.34</c:v>
                </c:pt>
                <c:pt idx="873">
                  <c:v>136.84</c:v>
                </c:pt>
                <c:pt idx="874">
                  <c:v>488.9</c:v>
                </c:pt>
                <c:pt idx="875">
                  <c:v>133.39</c:v>
                </c:pt>
                <c:pt idx="876">
                  <c:v>608.91</c:v>
                </c:pt>
                <c:pt idx="877">
                  <c:v>524.06</c:v>
                </c:pt>
                <c:pt idx="878">
                  <c:v>330.69</c:v>
                </c:pt>
                <c:pt idx="879">
                  <c:v>547.67</c:v>
                </c:pt>
                <c:pt idx="880">
                  <c:v>233.7</c:v>
                </c:pt>
                <c:pt idx="881">
                  <c:v>448.85</c:v>
                </c:pt>
                <c:pt idx="882">
                  <c:v>274.12</c:v>
                </c:pt>
                <c:pt idx="883">
                  <c:v>561.48</c:v>
                </c:pt>
                <c:pt idx="884">
                  <c:v>595.54</c:v>
                </c:pt>
                <c:pt idx="885">
                  <c:v>515.59</c:v>
                </c:pt>
                <c:pt idx="886">
                  <c:v>460.13</c:v>
                </c:pt>
                <c:pt idx="887">
                  <c:v>171.66</c:v>
                </c:pt>
                <c:pt idx="888">
                  <c:v>266.95</c:v>
                </c:pt>
                <c:pt idx="889">
                  <c:v>650.72</c:v>
                </c:pt>
                <c:pt idx="890">
                  <c:v>439.53</c:v>
                </c:pt>
                <c:pt idx="891">
                  <c:v>654.54</c:v>
                </c:pt>
                <c:pt idx="892">
                  <c:v>394.53</c:v>
                </c:pt>
                <c:pt idx="893">
                  <c:v>678.01</c:v>
                </c:pt>
                <c:pt idx="894">
                  <c:v>575.01</c:v>
                </c:pt>
                <c:pt idx="895">
                  <c:v>154.64</c:v>
                </c:pt>
                <c:pt idx="896">
                  <c:v>147.29</c:v>
                </c:pt>
                <c:pt idx="897">
                  <c:v>481.48</c:v>
                </c:pt>
                <c:pt idx="898">
                  <c:v>158.37</c:v>
                </c:pt>
                <c:pt idx="899">
                  <c:v>323.37</c:v>
                </c:pt>
                <c:pt idx="900">
                  <c:v>73.83</c:v>
                </c:pt>
                <c:pt idx="901">
                  <c:v>458.63</c:v>
                </c:pt>
                <c:pt idx="902">
                  <c:v>180.25</c:v>
                </c:pt>
                <c:pt idx="903">
                  <c:v>473.49</c:v>
                </c:pt>
                <c:pt idx="904">
                  <c:v>237.43</c:v>
                </c:pt>
                <c:pt idx="905">
                  <c:v>442.39</c:v>
                </c:pt>
                <c:pt idx="906">
                  <c:v>62.12</c:v>
                </c:pt>
                <c:pt idx="907">
                  <c:v>298.39</c:v>
                </c:pt>
                <c:pt idx="908">
                  <c:v>697.93</c:v>
                </c:pt>
                <c:pt idx="909">
                  <c:v>291.85</c:v>
                </c:pt>
                <c:pt idx="910">
                  <c:v>308.98</c:v>
                </c:pt>
                <c:pt idx="911">
                  <c:v>396.86</c:v>
                </c:pt>
                <c:pt idx="912">
                  <c:v>139.69</c:v>
                </c:pt>
                <c:pt idx="913">
                  <c:v>475.95</c:v>
                </c:pt>
                <c:pt idx="914">
                  <c:v>626.6</c:v>
                </c:pt>
                <c:pt idx="915">
                  <c:v>502.99</c:v>
                </c:pt>
                <c:pt idx="916">
                  <c:v>578.83</c:v>
                </c:pt>
                <c:pt idx="917">
                  <c:v>383.82</c:v>
                </c:pt>
                <c:pt idx="918">
                  <c:v>368.25</c:v>
                </c:pt>
                <c:pt idx="919">
                  <c:v>374.6</c:v>
                </c:pt>
                <c:pt idx="920">
                  <c:v>428.09</c:v>
                </c:pt>
                <c:pt idx="921">
                  <c:v>438.93</c:v>
                </c:pt>
                <c:pt idx="922">
                  <c:v>563.82</c:v>
                </c:pt>
                <c:pt idx="923">
                  <c:v>649.93</c:v>
                </c:pt>
                <c:pt idx="924">
                  <c:v>268.43</c:v>
                </c:pt>
                <c:pt idx="925">
                  <c:v>502.47</c:v>
                </c:pt>
                <c:pt idx="926">
                  <c:v>26.95</c:v>
                </c:pt>
                <c:pt idx="927">
                  <c:v>64.69</c:v>
                </c:pt>
                <c:pt idx="928">
                  <c:v>247.11</c:v>
                </c:pt>
                <c:pt idx="929">
                  <c:v>536.25</c:v>
                </c:pt>
                <c:pt idx="930">
                  <c:v>456.04</c:v>
                </c:pt>
                <c:pt idx="931">
                  <c:v>40.23</c:v>
                </c:pt>
                <c:pt idx="932">
                  <c:v>72.39</c:v>
                </c:pt>
                <c:pt idx="933">
                  <c:v>394.16</c:v>
                </c:pt>
                <c:pt idx="934">
                  <c:v>119.84</c:v>
                </c:pt>
                <c:pt idx="935">
                  <c:v>692.71</c:v>
                </c:pt>
                <c:pt idx="936">
                  <c:v>56.66</c:v>
                </c:pt>
                <c:pt idx="937">
                  <c:v>298.53</c:v>
                </c:pt>
                <c:pt idx="938">
                  <c:v>331.46</c:v>
                </c:pt>
                <c:pt idx="939">
                  <c:v>521.4</c:v>
                </c:pt>
                <c:pt idx="940">
                  <c:v>305.32</c:v>
                </c:pt>
                <c:pt idx="941">
                  <c:v>111.7</c:v>
                </c:pt>
                <c:pt idx="942">
                  <c:v>479.76</c:v>
                </c:pt>
                <c:pt idx="943">
                  <c:v>193.49</c:v>
                </c:pt>
                <c:pt idx="944">
                  <c:v>426.22</c:v>
                </c:pt>
                <c:pt idx="945">
                  <c:v>276.44</c:v>
                </c:pt>
                <c:pt idx="946">
                  <c:v>404.96</c:v>
                </c:pt>
                <c:pt idx="947">
                  <c:v>465.66</c:v>
                </c:pt>
                <c:pt idx="948">
                  <c:v>594.07</c:v>
                </c:pt>
                <c:pt idx="949">
                  <c:v>110.38</c:v>
                </c:pt>
                <c:pt idx="950">
                  <c:v>596.24</c:v>
                </c:pt>
                <c:pt idx="951">
                  <c:v>306.24</c:v>
                </c:pt>
                <c:pt idx="952">
                  <c:v>503.39</c:v>
                </c:pt>
                <c:pt idx="953">
                  <c:v>131.61</c:v>
                </c:pt>
                <c:pt idx="954">
                  <c:v>443.44</c:v>
                </c:pt>
                <c:pt idx="955">
                  <c:v>408.13</c:v>
                </c:pt>
                <c:pt idx="956">
                  <c:v>160.98</c:v>
                </c:pt>
                <c:pt idx="957">
                  <c:v>643.89</c:v>
                </c:pt>
                <c:pt idx="958">
                  <c:v>158.66</c:v>
                </c:pt>
                <c:pt idx="959">
                  <c:v>143.82</c:v>
                </c:pt>
                <c:pt idx="960">
                  <c:v>379.07</c:v>
                </c:pt>
                <c:pt idx="961">
                  <c:v>601.36</c:v>
                </c:pt>
                <c:pt idx="962">
                  <c:v>142.08</c:v>
                </c:pt>
                <c:pt idx="963">
                  <c:v>530.34</c:v>
                </c:pt>
                <c:pt idx="964">
                  <c:v>364.42</c:v>
                </c:pt>
                <c:pt idx="965">
                  <c:v>578.28</c:v>
                </c:pt>
                <c:pt idx="966">
                  <c:v>280.52</c:v>
                </c:pt>
                <c:pt idx="967">
                  <c:v>638.92</c:v>
                </c:pt>
                <c:pt idx="968">
                  <c:v>412.2</c:v>
                </c:pt>
                <c:pt idx="969">
                  <c:v>440.34</c:v>
                </c:pt>
                <c:pt idx="970">
                  <c:v>627.15</c:v>
                </c:pt>
                <c:pt idx="971">
                  <c:v>605.26</c:v>
                </c:pt>
                <c:pt idx="972">
                  <c:v>90.27</c:v>
                </c:pt>
                <c:pt idx="973">
                  <c:v>230.77</c:v>
                </c:pt>
                <c:pt idx="974">
                  <c:v>266.78</c:v>
                </c:pt>
                <c:pt idx="975">
                  <c:v>105.92</c:v>
                </c:pt>
                <c:pt idx="976">
                  <c:v>589.3</c:v>
                </c:pt>
                <c:pt idx="977">
                  <c:v>649.47</c:v>
                </c:pt>
                <c:pt idx="978">
                  <c:v>107.49</c:v>
                </c:pt>
                <c:pt idx="979">
                  <c:v>669.06</c:v>
                </c:pt>
                <c:pt idx="980">
                  <c:v>69.65</c:v>
                </c:pt>
                <c:pt idx="981">
                  <c:v>136.83</c:v>
                </c:pt>
                <c:pt idx="982">
                  <c:v>304.11</c:v>
                </c:pt>
                <c:pt idx="983">
                  <c:v>296.28</c:v>
                </c:pt>
                <c:pt idx="984">
                  <c:v>77.64</c:v>
                </c:pt>
                <c:pt idx="985">
                  <c:v>243.71</c:v>
                </c:pt>
                <c:pt idx="986">
                  <c:v>644.96</c:v>
                </c:pt>
                <c:pt idx="987">
                  <c:v>283.73</c:v>
                </c:pt>
                <c:pt idx="988">
                  <c:v>629.56</c:v>
                </c:pt>
                <c:pt idx="989">
                  <c:v>246.11</c:v>
                </c:pt>
                <c:pt idx="990">
                  <c:v>418.26</c:v>
                </c:pt>
                <c:pt idx="991">
                  <c:v>127.18</c:v>
                </c:pt>
                <c:pt idx="992">
                  <c:v>586.21</c:v>
                </c:pt>
                <c:pt idx="993">
                  <c:v>267.45</c:v>
                </c:pt>
                <c:pt idx="994">
                  <c:v>615.65</c:v>
                </c:pt>
                <c:pt idx="995">
                  <c:v>113.29</c:v>
                </c:pt>
                <c:pt idx="996">
                  <c:v>473.86</c:v>
                </c:pt>
                <c:pt idx="997">
                  <c:v>444.75</c:v>
                </c:pt>
                <c:pt idx="998">
                  <c:v>183.67</c:v>
                </c:pt>
                <c:pt idx="999">
                  <c:v>483.38</c:v>
                </c:pt>
                <c:pt idx="1000">
                  <c:v>260.93</c:v>
                </c:pt>
                <c:pt idx="1001">
                  <c:v>253.68</c:v>
                </c:pt>
                <c:pt idx="1002">
                  <c:v>699.88</c:v>
                </c:pt>
                <c:pt idx="1003">
                  <c:v>319.97</c:v>
                </c:pt>
                <c:pt idx="1004">
                  <c:v>246.91</c:v>
                </c:pt>
                <c:pt idx="1005">
                  <c:v>392.85</c:v>
                </c:pt>
                <c:pt idx="1006">
                  <c:v>420.98</c:v>
                </c:pt>
                <c:pt idx="1007">
                  <c:v>73.26</c:v>
                </c:pt>
                <c:pt idx="1008">
                  <c:v>410.88</c:v>
                </c:pt>
                <c:pt idx="1009">
                  <c:v>176.46</c:v>
                </c:pt>
                <c:pt idx="1010">
                  <c:v>659.57</c:v>
                </c:pt>
                <c:pt idx="1011">
                  <c:v>478.36</c:v>
                </c:pt>
                <c:pt idx="1012">
                  <c:v>30.05</c:v>
                </c:pt>
                <c:pt idx="1013">
                  <c:v>300.56</c:v>
                </c:pt>
                <c:pt idx="1014">
                  <c:v>226.45</c:v>
                </c:pt>
                <c:pt idx="1015">
                  <c:v>349.4</c:v>
                </c:pt>
                <c:pt idx="1016">
                  <c:v>268.78</c:v>
                </c:pt>
                <c:pt idx="1017">
                  <c:v>680.85</c:v>
                </c:pt>
                <c:pt idx="1018">
                  <c:v>182.48</c:v>
                </c:pt>
                <c:pt idx="1019">
                  <c:v>277.09</c:v>
                </c:pt>
                <c:pt idx="1020">
                  <c:v>26.5</c:v>
                </c:pt>
                <c:pt idx="1021">
                  <c:v>315.27</c:v>
                </c:pt>
                <c:pt idx="1022">
                  <c:v>450.98</c:v>
                </c:pt>
                <c:pt idx="1023">
                  <c:v>233.67</c:v>
                </c:pt>
                <c:pt idx="1024">
                  <c:v>367.75</c:v>
                </c:pt>
                <c:pt idx="1025">
                  <c:v>23.53</c:v>
                </c:pt>
                <c:pt idx="1026">
                  <c:v>677.48</c:v>
                </c:pt>
                <c:pt idx="1027">
                  <c:v>554.83</c:v>
                </c:pt>
                <c:pt idx="1028">
                  <c:v>440.31</c:v>
                </c:pt>
                <c:pt idx="1029">
                  <c:v>87.06</c:v>
                </c:pt>
                <c:pt idx="1030">
                  <c:v>245.28</c:v>
                </c:pt>
                <c:pt idx="1031">
                  <c:v>664.51</c:v>
                </c:pt>
                <c:pt idx="1032">
                  <c:v>618.68</c:v>
                </c:pt>
                <c:pt idx="1033">
                  <c:v>370.85</c:v>
                </c:pt>
                <c:pt idx="1034">
                  <c:v>517.98</c:v>
                </c:pt>
                <c:pt idx="1035">
                  <c:v>506.11</c:v>
                </c:pt>
                <c:pt idx="1036">
                  <c:v>413.83</c:v>
                </c:pt>
                <c:pt idx="1037">
                  <c:v>249.81</c:v>
                </c:pt>
                <c:pt idx="1038">
                  <c:v>362.53</c:v>
                </c:pt>
                <c:pt idx="1039">
                  <c:v>299.23</c:v>
                </c:pt>
                <c:pt idx="1040">
                  <c:v>536.07</c:v>
                </c:pt>
                <c:pt idx="1041">
                  <c:v>558.9</c:v>
                </c:pt>
                <c:pt idx="1042">
                  <c:v>409.75</c:v>
                </c:pt>
                <c:pt idx="1043">
                  <c:v>179.96</c:v>
                </c:pt>
                <c:pt idx="1044">
                  <c:v>38.49</c:v>
                </c:pt>
                <c:pt idx="1045">
                  <c:v>316.4</c:v>
                </c:pt>
                <c:pt idx="1046">
                  <c:v>547.15</c:v>
                </c:pt>
                <c:pt idx="1047">
                  <c:v>540.34</c:v>
                </c:pt>
                <c:pt idx="1048">
                  <c:v>73.65</c:v>
                </c:pt>
                <c:pt idx="1049">
                  <c:v>391.86</c:v>
                </c:pt>
                <c:pt idx="1050">
                  <c:v>69.7</c:v>
                </c:pt>
                <c:pt idx="1051">
                  <c:v>26.43</c:v>
                </c:pt>
                <c:pt idx="1052">
                  <c:v>531.74</c:v>
                </c:pt>
                <c:pt idx="1053">
                  <c:v>496.62</c:v>
                </c:pt>
                <c:pt idx="1054">
                  <c:v>660.66</c:v>
                </c:pt>
                <c:pt idx="1055">
                  <c:v>274.82</c:v>
                </c:pt>
                <c:pt idx="1056">
                  <c:v>486.35</c:v>
                </c:pt>
                <c:pt idx="1057">
                  <c:v>428.88</c:v>
                </c:pt>
                <c:pt idx="1058">
                  <c:v>412.14</c:v>
                </c:pt>
                <c:pt idx="1059">
                  <c:v>265.64</c:v>
                </c:pt>
                <c:pt idx="1060">
                  <c:v>273.43</c:v>
                </c:pt>
                <c:pt idx="1061">
                  <c:v>131.7</c:v>
                </c:pt>
                <c:pt idx="1062">
                  <c:v>85.52</c:v>
                </c:pt>
                <c:pt idx="1063">
                  <c:v>320.68</c:v>
                </c:pt>
                <c:pt idx="1064">
                  <c:v>198.81</c:v>
                </c:pt>
                <c:pt idx="1065">
                  <c:v>666.8</c:v>
                </c:pt>
                <c:pt idx="1066">
                  <c:v>355.09</c:v>
                </c:pt>
                <c:pt idx="1067">
                  <c:v>316.2</c:v>
                </c:pt>
                <c:pt idx="1068">
                  <c:v>133.39</c:v>
                </c:pt>
                <c:pt idx="1069">
                  <c:v>454.23</c:v>
                </c:pt>
                <c:pt idx="1070">
                  <c:v>491.29</c:v>
                </c:pt>
                <c:pt idx="1071">
                  <c:v>255.14</c:v>
                </c:pt>
                <c:pt idx="1072">
                  <c:v>392.61</c:v>
                </c:pt>
                <c:pt idx="1073">
                  <c:v>362.06</c:v>
                </c:pt>
                <c:pt idx="1074">
                  <c:v>222.73</c:v>
                </c:pt>
                <c:pt idx="1075">
                  <c:v>552.63</c:v>
                </c:pt>
                <c:pt idx="1076">
                  <c:v>686.61</c:v>
                </c:pt>
                <c:pt idx="1077">
                  <c:v>305.16</c:v>
                </c:pt>
                <c:pt idx="1078">
                  <c:v>41.09</c:v>
                </c:pt>
                <c:pt idx="1079">
                  <c:v>634.0</c:v>
                </c:pt>
                <c:pt idx="1080">
                  <c:v>464.74</c:v>
                </c:pt>
                <c:pt idx="1081">
                  <c:v>425.6</c:v>
                </c:pt>
                <c:pt idx="1082">
                  <c:v>573.22</c:v>
                </c:pt>
                <c:pt idx="1083">
                  <c:v>123.28</c:v>
                </c:pt>
                <c:pt idx="1084">
                  <c:v>70.82</c:v>
                </c:pt>
                <c:pt idx="1085">
                  <c:v>646.69</c:v>
                </c:pt>
                <c:pt idx="1086">
                  <c:v>513.42</c:v>
                </c:pt>
                <c:pt idx="1087">
                  <c:v>693.07</c:v>
                </c:pt>
                <c:pt idx="1088">
                  <c:v>491.43</c:v>
                </c:pt>
                <c:pt idx="1089">
                  <c:v>599.74</c:v>
                </c:pt>
                <c:pt idx="1090">
                  <c:v>650.25</c:v>
                </c:pt>
                <c:pt idx="1091">
                  <c:v>209.48</c:v>
                </c:pt>
                <c:pt idx="1092">
                  <c:v>209.2</c:v>
                </c:pt>
                <c:pt idx="1093">
                  <c:v>197.36</c:v>
                </c:pt>
                <c:pt idx="1094">
                  <c:v>648.91</c:v>
                </c:pt>
                <c:pt idx="1095">
                  <c:v>441.54</c:v>
                </c:pt>
                <c:pt idx="1096">
                  <c:v>464.92</c:v>
                </c:pt>
                <c:pt idx="1097">
                  <c:v>506.45</c:v>
                </c:pt>
                <c:pt idx="1098">
                  <c:v>255.86</c:v>
                </c:pt>
                <c:pt idx="1099">
                  <c:v>125.23</c:v>
                </c:pt>
                <c:pt idx="1100">
                  <c:v>38.11</c:v>
                </c:pt>
                <c:pt idx="1101">
                  <c:v>161.97</c:v>
                </c:pt>
                <c:pt idx="1102">
                  <c:v>347.17</c:v>
                </c:pt>
                <c:pt idx="1103">
                  <c:v>276.32</c:v>
                </c:pt>
                <c:pt idx="1104">
                  <c:v>314.76</c:v>
                </c:pt>
                <c:pt idx="1105">
                  <c:v>475.69</c:v>
                </c:pt>
                <c:pt idx="1106">
                  <c:v>372.8</c:v>
                </c:pt>
                <c:pt idx="1107">
                  <c:v>63.21</c:v>
                </c:pt>
                <c:pt idx="1108">
                  <c:v>634.94</c:v>
                </c:pt>
                <c:pt idx="1109">
                  <c:v>77.47</c:v>
                </c:pt>
                <c:pt idx="1110">
                  <c:v>84.31</c:v>
                </c:pt>
                <c:pt idx="1111">
                  <c:v>234.45</c:v>
                </c:pt>
                <c:pt idx="1112">
                  <c:v>356.81</c:v>
                </c:pt>
                <c:pt idx="1113">
                  <c:v>209.99</c:v>
                </c:pt>
                <c:pt idx="1114">
                  <c:v>659.88</c:v>
                </c:pt>
                <c:pt idx="1115">
                  <c:v>336.32</c:v>
                </c:pt>
                <c:pt idx="1116">
                  <c:v>531.49</c:v>
                </c:pt>
                <c:pt idx="1117">
                  <c:v>588.44</c:v>
                </c:pt>
                <c:pt idx="1118">
                  <c:v>251.48</c:v>
                </c:pt>
                <c:pt idx="1119">
                  <c:v>684.65</c:v>
                </c:pt>
                <c:pt idx="1120">
                  <c:v>195.86</c:v>
                </c:pt>
                <c:pt idx="1121">
                  <c:v>50.34</c:v>
                </c:pt>
                <c:pt idx="1122">
                  <c:v>678.19</c:v>
                </c:pt>
                <c:pt idx="1123">
                  <c:v>554.25</c:v>
                </c:pt>
                <c:pt idx="1124">
                  <c:v>576.87</c:v>
                </c:pt>
                <c:pt idx="1125">
                  <c:v>408.36</c:v>
                </c:pt>
                <c:pt idx="1126">
                  <c:v>190.11</c:v>
                </c:pt>
                <c:pt idx="1127">
                  <c:v>602.75</c:v>
                </c:pt>
                <c:pt idx="1128">
                  <c:v>646.79</c:v>
                </c:pt>
                <c:pt idx="1129">
                  <c:v>418.71</c:v>
                </c:pt>
                <c:pt idx="1130">
                  <c:v>323.45</c:v>
                </c:pt>
                <c:pt idx="1131">
                  <c:v>694.5</c:v>
                </c:pt>
                <c:pt idx="1132">
                  <c:v>337.32</c:v>
                </c:pt>
                <c:pt idx="1133">
                  <c:v>467.91</c:v>
                </c:pt>
                <c:pt idx="1134">
                  <c:v>38.28</c:v>
                </c:pt>
                <c:pt idx="1135">
                  <c:v>73.41</c:v>
                </c:pt>
                <c:pt idx="1136">
                  <c:v>668.33</c:v>
                </c:pt>
                <c:pt idx="1137">
                  <c:v>410.21</c:v>
                </c:pt>
                <c:pt idx="1138">
                  <c:v>294.41</c:v>
                </c:pt>
                <c:pt idx="1139">
                  <c:v>501.82</c:v>
                </c:pt>
                <c:pt idx="1140">
                  <c:v>552.83</c:v>
                </c:pt>
                <c:pt idx="1141">
                  <c:v>498.66</c:v>
                </c:pt>
                <c:pt idx="1142">
                  <c:v>695.1</c:v>
                </c:pt>
                <c:pt idx="1143">
                  <c:v>381.61</c:v>
                </c:pt>
                <c:pt idx="1144">
                  <c:v>507.94</c:v>
                </c:pt>
                <c:pt idx="1145">
                  <c:v>571.53</c:v>
                </c:pt>
                <c:pt idx="1146">
                  <c:v>421.44</c:v>
                </c:pt>
                <c:pt idx="1147">
                  <c:v>588.3</c:v>
                </c:pt>
                <c:pt idx="1148">
                  <c:v>355.15</c:v>
                </c:pt>
                <c:pt idx="1149">
                  <c:v>695.29</c:v>
                </c:pt>
                <c:pt idx="1150">
                  <c:v>302.65</c:v>
                </c:pt>
                <c:pt idx="1151">
                  <c:v>608.04</c:v>
                </c:pt>
                <c:pt idx="1152">
                  <c:v>344.18</c:v>
                </c:pt>
                <c:pt idx="1153">
                  <c:v>696.71</c:v>
                </c:pt>
                <c:pt idx="1154">
                  <c:v>198.63</c:v>
                </c:pt>
                <c:pt idx="1155">
                  <c:v>534.57</c:v>
                </c:pt>
                <c:pt idx="1156">
                  <c:v>690.78</c:v>
                </c:pt>
                <c:pt idx="1157">
                  <c:v>301.55</c:v>
                </c:pt>
                <c:pt idx="1158">
                  <c:v>27.42</c:v>
                </c:pt>
                <c:pt idx="1159">
                  <c:v>466.7</c:v>
                </c:pt>
                <c:pt idx="1160">
                  <c:v>541.64</c:v>
                </c:pt>
                <c:pt idx="1161">
                  <c:v>11.39</c:v>
                </c:pt>
                <c:pt idx="1162">
                  <c:v>224.37</c:v>
                </c:pt>
                <c:pt idx="1163">
                  <c:v>306.29</c:v>
                </c:pt>
                <c:pt idx="1164">
                  <c:v>315.57</c:v>
                </c:pt>
                <c:pt idx="1165">
                  <c:v>223.79</c:v>
                </c:pt>
                <c:pt idx="1166">
                  <c:v>324.47</c:v>
                </c:pt>
                <c:pt idx="1167">
                  <c:v>92.87</c:v>
                </c:pt>
                <c:pt idx="1168">
                  <c:v>331.42</c:v>
                </c:pt>
                <c:pt idx="1169">
                  <c:v>525.43</c:v>
                </c:pt>
                <c:pt idx="1170">
                  <c:v>697.19</c:v>
                </c:pt>
                <c:pt idx="1171">
                  <c:v>518.4</c:v>
                </c:pt>
                <c:pt idx="1172">
                  <c:v>131.96</c:v>
                </c:pt>
                <c:pt idx="1173">
                  <c:v>208.36</c:v>
                </c:pt>
                <c:pt idx="1174">
                  <c:v>222.34</c:v>
                </c:pt>
                <c:pt idx="1175">
                  <c:v>91.74</c:v>
                </c:pt>
                <c:pt idx="1176">
                  <c:v>213.83</c:v>
                </c:pt>
                <c:pt idx="1177">
                  <c:v>127.55</c:v>
                </c:pt>
                <c:pt idx="1178">
                  <c:v>70.24</c:v>
                </c:pt>
                <c:pt idx="1179">
                  <c:v>518.55</c:v>
                </c:pt>
                <c:pt idx="1180">
                  <c:v>298.36</c:v>
                </c:pt>
                <c:pt idx="1181">
                  <c:v>158.74</c:v>
                </c:pt>
                <c:pt idx="1182">
                  <c:v>420.29</c:v>
                </c:pt>
                <c:pt idx="1183">
                  <c:v>281.52</c:v>
                </c:pt>
                <c:pt idx="1184">
                  <c:v>204.08</c:v>
                </c:pt>
                <c:pt idx="1185">
                  <c:v>343.31</c:v>
                </c:pt>
                <c:pt idx="1186">
                  <c:v>163.32</c:v>
                </c:pt>
                <c:pt idx="1187">
                  <c:v>184.6</c:v>
                </c:pt>
                <c:pt idx="1188">
                  <c:v>371.29</c:v>
                </c:pt>
                <c:pt idx="1189">
                  <c:v>389.22</c:v>
                </c:pt>
                <c:pt idx="1190">
                  <c:v>616.39</c:v>
                </c:pt>
                <c:pt idx="1191">
                  <c:v>376.43</c:v>
                </c:pt>
                <c:pt idx="1192">
                  <c:v>432.85</c:v>
                </c:pt>
                <c:pt idx="1193">
                  <c:v>687.89</c:v>
                </c:pt>
                <c:pt idx="1194">
                  <c:v>189.44</c:v>
                </c:pt>
                <c:pt idx="1195">
                  <c:v>107.04</c:v>
                </c:pt>
                <c:pt idx="1196">
                  <c:v>662.53</c:v>
                </c:pt>
                <c:pt idx="1197">
                  <c:v>436.84</c:v>
                </c:pt>
                <c:pt idx="1198">
                  <c:v>262.52</c:v>
                </c:pt>
                <c:pt idx="1199">
                  <c:v>560.58</c:v>
                </c:pt>
              </c:numCache>
            </c:numRef>
          </c:xVal>
          <c:yVal>
            <c:numRef>
              <c:f>'Correlation analysis'!$D$2:$D$1201</c:f>
              <c:numCache>
                <c:formatCode>0.00</c:formatCode>
                <c:ptCount val="1200"/>
                <c:pt idx="0">
                  <c:v>2853.1</c:v>
                </c:pt>
                <c:pt idx="1">
                  <c:v>302.7</c:v>
                </c:pt>
                <c:pt idx="2">
                  <c:v>2753.4</c:v>
                </c:pt>
                <c:pt idx="3">
                  <c:v>273.19</c:v>
                </c:pt>
                <c:pt idx="4">
                  <c:v>2504.04</c:v>
                </c:pt>
                <c:pt idx="5">
                  <c:v>491.72</c:v>
                </c:pt>
                <c:pt idx="6">
                  <c:v>664.42</c:v>
                </c:pt>
                <c:pt idx="7">
                  <c:v>747.75</c:v>
                </c:pt>
                <c:pt idx="8">
                  <c:v>268.56</c:v>
                </c:pt>
                <c:pt idx="9">
                  <c:v>2037.52</c:v>
                </c:pt>
                <c:pt idx="10">
                  <c:v>3129.85</c:v>
                </c:pt>
                <c:pt idx="11">
                  <c:v>147.42</c:v>
                </c:pt>
                <c:pt idx="12">
                  <c:v>361.0</c:v>
                </c:pt>
                <c:pt idx="13">
                  <c:v>604.47</c:v>
                </c:pt>
                <c:pt idx="14">
                  <c:v>786.66</c:v>
                </c:pt>
                <c:pt idx="15">
                  <c:v>473.96</c:v>
                </c:pt>
                <c:pt idx="16">
                  <c:v>1067.62</c:v>
                </c:pt>
                <c:pt idx="17">
                  <c:v>423.4</c:v>
                </c:pt>
                <c:pt idx="18">
                  <c:v>431.44</c:v>
                </c:pt>
                <c:pt idx="19">
                  <c:v>1120.0</c:v>
                </c:pt>
                <c:pt idx="20">
                  <c:v>312.55</c:v>
                </c:pt>
                <c:pt idx="21">
                  <c:v>1371.8</c:v>
                </c:pt>
                <c:pt idx="22">
                  <c:v>99.24</c:v>
                </c:pt>
                <c:pt idx="23">
                  <c:v>1093.0</c:v>
                </c:pt>
                <c:pt idx="24">
                  <c:v>461.9</c:v>
                </c:pt>
                <c:pt idx="25">
                  <c:v>399.98</c:v>
                </c:pt>
                <c:pt idx="26">
                  <c:v>297.75</c:v>
                </c:pt>
                <c:pt idx="27">
                  <c:v>472.74</c:v>
                </c:pt>
                <c:pt idx="28">
                  <c:v>640.28</c:v>
                </c:pt>
                <c:pt idx="29">
                  <c:v>1270.59</c:v>
                </c:pt>
                <c:pt idx="30">
                  <c:v>853.4</c:v>
                </c:pt>
                <c:pt idx="31">
                  <c:v>1500.24</c:v>
                </c:pt>
                <c:pt idx="32">
                  <c:v>2683.6</c:v>
                </c:pt>
                <c:pt idx="33">
                  <c:v>162.77</c:v>
                </c:pt>
                <c:pt idx="34">
                  <c:v>2306.08</c:v>
                </c:pt>
                <c:pt idx="35">
                  <c:v>930.3</c:v>
                </c:pt>
                <c:pt idx="36">
                  <c:v>1068.86</c:v>
                </c:pt>
                <c:pt idx="37">
                  <c:v>153.48</c:v>
                </c:pt>
                <c:pt idx="38">
                  <c:v>245.89</c:v>
                </c:pt>
                <c:pt idx="39">
                  <c:v>769.380000000000</c:v>
                </c:pt>
                <c:pt idx="40">
                  <c:v>688.04</c:v>
                </c:pt>
                <c:pt idx="41">
                  <c:v>1834.35</c:v>
                </c:pt>
                <c:pt idx="42">
                  <c:v>303.32</c:v>
                </c:pt>
                <c:pt idx="43">
                  <c:v>1497.63</c:v>
                </c:pt>
                <c:pt idx="44">
                  <c:v>1100.36</c:v>
                </c:pt>
                <c:pt idx="45">
                  <c:v>317.25</c:v>
                </c:pt>
                <c:pt idx="46">
                  <c:v>2200.56</c:v>
                </c:pt>
                <c:pt idx="47">
                  <c:v>419.88</c:v>
                </c:pt>
                <c:pt idx="48">
                  <c:v>161.54</c:v>
                </c:pt>
                <c:pt idx="49">
                  <c:v>30.44</c:v>
                </c:pt>
                <c:pt idx="50">
                  <c:v>179.22</c:v>
                </c:pt>
                <c:pt idx="51">
                  <c:v>388.33</c:v>
                </c:pt>
                <c:pt idx="52">
                  <c:v>586.44</c:v>
                </c:pt>
                <c:pt idx="53">
                  <c:v>1955.12</c:v>
                </c:pt>
                <c:pt idx="54">
                  <c:v>280.25</c:v>
                </c:pt>
                <c:pt idx="55">
                  <c:v>1033.2</c:v>
                </c:pt>
                <c:pt idx="56">
                  <c:v>1437.63</c:v>
                </c:pt>
                <c:pt idx="57">
                  <c:v>1571.35</c:v>
                </c:pt>
                <c:pt idx="58">
                  <c:v>1898.76</c:v>
                </c:pt>
                <c:pt idx="59">
                  <c:v>2373.08</c:v>
                </c:pt>
                <c:pt idx="60">
                  <c:v>417.1</c:v>
                </c:pt>
                <c:pt idx="61">
                  <c:v>488.8</c:v>
                </c:pt>
                <c:pt idx="62">
                  <c:v>86.3</c:v>
                </c:pt>
                <c:pt idx="63">
                  <c:v>564.86</c:v>
                </c:pt>
                <c:pt idx="64">
                  <c:v>391.83</c:v>
                </c:pt>
                <c:pt idx="65">
                  <c:v>408.5</c:v>
                </c:pt>
                <c:pt idx="66">
                  <c:v>635.900000000000</c:v>
                </c:pt>
                <c:pt idx="67">
                  <c:v>48.4</c:v>
                </c:pt>
                <c:pt idx="68">
                  <c:v>1472.76</c:v>
                </c:pt>
                <c:pt idx="69">
                  <c:v>1435.95</c:v>
                </c:pt>
                <c:pt idx="70">
                  <c:v>629.21</c:v>
                </c:pt>
                <c:pt idx="71">
                  <c:v>1303.35</c:v>
                </c:pt>
                <c:pt idx="72">
                  <c:v>2357.76</c:v>
                </c:pt>
                <c:pt idx="73">
                  <c:v>1733.8</c:v>
                </c:pt>
                <c:pt idx="74">
                  <c:v>454.35</c:v>
                </c:pt>
                <c:pt idx="75">
                  <c:v>1194.51</c:v>
                </c:pt>
                <c:pt idx="76">
                  <c:v>1531.52</c:v>
                </c:pt>
                <c:pt idx="77">
                  <c:v>583.18</c:v>
                </c:pt>
                <c:pt idx="78">
                  <c:v>701.44</c:v>
                </c:pt>
                <c:pt idx="79">
                  <c:v>623.82</c:v>
                </c:pt>
                <c:pt idx="80">
                  <c:v>1768.68</c:v>
                </c:pt>
                <c:pt idx="81">
                  <c:v>788.6</c:v>
                </c:pt>
                <c:pt idx="82">
                  <c:v>2260.8</c:v>
                </c:pt>
                <c:pt idx="83">
                  <c:v>2161.64</c:v>
                </c:pt>
                <c:pt idx="84">
                  <c:v>330.98</c:v>
                </c:pt>
                <c:pt idx="85">
                  <c:v>440.190000000000</c:v>
                </c:pt>
                <c:pt idx="86">
                  <c:v>3215.15</c:v>
                </c:pt>
                <c:pt idx="87">
                  <c:v>675.33</c:v>
                </c:pt>
                <c:pt idx="88">
                  <c:v>344.43</c:v>
                </c:pt>
                <c:pt idx="89">
                  <c:v>2276.65</c:v>
                </c:pt>
                <c:pt idx="90">
                  <c:v>728.32</c:v>
                </c:pt>
                <c:pt idx="91">
                  <c:v>2463.75</c:v>
                </c:pt>
                <c:pt idx="92">
                  <c:v>194.44</c:v>
                </c:pt>
                <c:pt idx="93">
                  <c:v>1724.04</c:v>
                </c:pt>
                <c:pt idx="94">
                  <c:v>531.18</c:v>
                </c:pt>
                <c:pt idx="95">
                  <c:v>470.04</c:v>
                </c:pt>
                <c:pt idx="96">
                  <c:v>465.66</c:v>
                </c:pt>
                <c:pt idx="97">
                  <c:v>3097.6</c:v>
                </c:pt>
                <c:pt idx="98">
                  <c:v>457.08</c:v>
                </c:pt>
                <c:pt idx="99">
                  <c:v>201.58</c:v>
                </c:pt>
                <c:pt idx="100">
                  <c:v>1994.37</c:v>
                </c:pt>
                <c:pt idx="101">
                  <c:v>381.02</c:v>
                </c:pt>
                <c:pt idx="102">
                  <c:v>140.68</c:v>
                </c:pt>
                <c:pt idx="103">
                  <c:v>873.72</c:v>
                </c:pt>
                <c:pt idx="104">
                  <c:v>582.04</c:v>
                </c:pt>
                <c:pt idx="105">
                  <c:v>556.2</c:v>
                </c:pt>
                <c:pt idx="106">
                  <c:v>1395.15</c:v>
                </c:pt>
                <c:pt idx="107">
                  <c:v>3353.75</c:v>
                </c:pt>
                <c:pt idx="108">
                  <c:v>241.9</c:v>
                </c:pt>
                <c:pt idx="109">
                  <c:v>1778.61</c:v>
                </c:pt>
                <c:pt idx="110">
                  <c:v>220.77</c:v>
                </c:pt>
                <c:pt idx="111">
                  <c:v>927.660000000000</c:v>
                </c:pt>
                <c:pt idx="112">
                  <c:v>410.6</c:v>
                </c:pt>
                <c:pt idx="113">
                  <c:v>950.400000000000</c:v>
                </c:pt>
                <c:pt idx="114">
                  <c:v>2492.4</c:v>
                </c:pt>
                <c:pt idx="115">
                  <c:v>1874.95</c:v>
                </c:pt>
                <c:pt idx="116">
                  <c:v>1165.4</c:v>
                </c:pt>
                <c:pt idx="117">
                  <c:v>535.5</c:v>
                </c:pt>
                <c:pt idx="118">
                  <c:v>2513.55</c:v>
                </c:pt>
                <c:pt idx="119">
                  <c:v>1069.34</c:v>
                </c:pt>
                <c:pt idx="120">
                  <c:v>2517.36</c:v>
                </c:pt>
                <c:pt idx="121">
                  <c:v>410.78</c:v>
                </c:pt>
                <c:pt idx="122">
                  <c:v>1066.04</c:v>
                </c:pt>
                <c:pt idx="123">
                  <c:v>834.120000000000</c:v>
                </c:pt>
                <c:pt idx="124">
                  <c:v>1135.16</c:v>
                </c:pt>
                <c:pt idx="125">
                  <c:v>1025.3</c:v>
                </c:pt>
                <c:pt idx="126">
                  <c:v>1102.0</c:v>
                </c:pt>
                <c:pt idx="127">
                  <c:v>1407.96</c:v>
                </c:pt>
                <c:pt idx="128">
                  <c:v>84.28</c:v>
                </c:pt>
                <c:pt idx="129">
                  <c:v>1055.72</c:v>
                </c:pt>
                <c:pt idx="130">
                  <c:v>1503.9</c:v>
                </c:pt>
                <c:pt idx="131">
                  <c:v>84.8</c:v>
                </c:pt>
                <c:pt idx="132">
                  <c:v>1803.0</c:v>
                </c:pt>
                <c:pt idx="133">
                  <c:v>1208.2</c:v>
                </c:pt>
                <c:pt idx="134">
                  <c:v>399.4</c:v>
                </c:pt>
                <c:pt idx="135">
                  <c:v>137.62</c:v>
                </c:pt>
                <c:pt idx="136">
                  <c:v>44.35</c:v>
                </c:pt>
                <c:pt idx="137">
                  <c:v>501.96</c:v>
                </c:pt>
                <c:pt idx="138">
                  <c:v>298.06</c:v>
                </c:pt>
                <c:pt idx="139">
                  <c:v>583.9</c:v>
                </c:pt>
                <c:pt idx="140">
                  <c:v>1584.42</c:v>
                </c:pt>
                <c:pt idx="141">
                  <c:v>2052.42</c:v>
                </c:pt>
                <c:pt idx="142">
                  <c:v>1363.85</c:v>
                </c:pt>
                <c:pt idx="143">
                  <c:v>1600.28</c:v>
                </c:pt>
                <c:pt idx="144">
                  <c:v>1098.9</c:v>
                </c:pt>
                <c:pt idx="145">
                  <c:v>440.73</c:v>
                </c:pt>
                <c:pt idx="146">
                  <c:v>822.98</c:v>
                </c:pt>
                <c:pt idx="147">
                  <c:v>930.36</c:v>
                </c:pt>
                <c:pt idx="148">
                  <c:v>639.82</c:v>
                </c:pt>
                <c:pt idx="149">
                  <c:v>217.56</c:v>
                </c:pt>
                <c:pt idx="150">
                  <c:v>211.14</c:v>
                </c:pt>
                <c:pt idx="151">
                  <c:v>2223.8</c:v>
                </c:pt>
                <c:pt idx="152">
                  <c:v>798.08</c:v>
                </c:pt>
                <c:pt idx="153">
                  <c:v>2137.92</c:v>
                </c:pt>
                <c:pt idx="154">
                  <c:v>1632.84</c:v>
                </c:pt>
                <c:pt idx="155">
                  <c:v>424.4</c:v>
                </c:pt>
                <c:pt idx="156">
                  <c:v>539.66</c:v>
                </c:pt>
                <c:pt idx="157">
                  <c:v>1129.16</c:v>
                </c:pt>
                <c:pt idx="158">
                  <c:v>331.06</c:v>
                </c:pt>
                <c:pt idx="159">
                  <c:v>299.35</c:v>
                </c:pt>
                <c:pt idx="160">
                  <c:v>405.28</c:v>
                </c:pt>
                <c:pt idx="161">
                  <c:v>211.14</c:v>
                </c:pt>
                <c:pt idx="162">
                  <c:v>197.58</c:v>
                </c:pt>
                <c:pt idx="163">
                  <c:v>641.39</c:v>
                </c:pt>
                <c:pt idx="164">
                  <c:v>2682.9</c:v>
                </c:pt>
                <c:pt idx="165">
                  <c:v>1000.58</c:v>
                </c:pt>
                <c:pt idx="166">
                  <c:v>258.87</c:v>
                </c:pt>
                <c:pt idx="167">
                  <c:v>768.28</c:v>
                </c:pt>
                <c:pt idx="168">
                  <c:v>594.96</c:v>
                </c:pt>
                <c:pt idx="169">
                  <c:v>427.82</c:v>
                </c:pt>
                <c:pt idx="170">
                  <c:v>2651.76</c:v>
                </c:pt>
                <c:pt idx="171">
                  <c:v>296.44</c:v>
                </c:pt>
                <c:pt idx="172">
                  <c:v>254.12</c:v>
                </c:pt>
                <c:pt idx="173">
                  <c:v>1993.38</c:v>
                </c:pt>
                <c:pt idx="174">
                  <c:v>2403.24</c:v>
                </c:pt>
                <c:pt idx="175">
                  <c:v>341.7</c:v>
                </c:pt>
                <c:pt idx="176">
                  <c:v>1723.32</c:v>
                </c:pt>
                <c:pt idx="177">
                  <c:v>2158.45</c:v>
                </c:pt>
                <c:pt idx="178">
                  <c:v>2048.24</c:v>
                </c:pt>
                <c:pt idx="179">
                  <c:v>1619.73</c:v>
                </c:pt>
                <c:pt idx="180">
                  <c:v>1580.35</c:v>
                </c:pt>
                <c:pt idx="181">
                  <c:v>2021.95</c:v>
                </c:pt>
                <c:pt idx="182">
                  <c:v>600.54</c:v>
                </c:pt>
                <c:pt idx="183">
                  <c:v>931.4</c:v>
                </c:pt>
                <c:pt idx="184">
                  <c:v>858.16</c:v>
                </c:pt>
                <c:pt idx="185">
                  <c:v>210.7</c:v>
                </c:pt>
                <c:pt idx="186">
                  <c:v>267.1</c:v>
                </c:pt>
                <c:pt idx="187">
                  <c:v>590.87</c:v>
                </c:pt>
                <c:pt idx="188">
                  <c:v>727.82</c:v>
                </c:pt>
                <c:pt idx="189">
                  <c:v>2147.25</c:v>
                </c:pt>
                <c:pt idx="190">
                  <c:v>671.100000000000</c:v>
                </c:pt>
                <c:pt idx="191">
                  <c:v>977.74</c:v>
                </c:pt>
                <c:pt idx="192">
                  <c:v>645.46</c:v>
                </c:pt>
                <c:pt idx="193">
                  <c:v>46.66</c:v>
                </c:pt>
                <c:pt idx="194">
                  <c:v>249.57</c:v>
                </c:pt>
                <c:pt idx="195">
                  <c:v>1857.63</c:v>
                </c:pt>
                <c:pt idx="196">
                  <c:v>868.52</c:v>
                </c:pt>
                <c:pt idx="197">
                  <c:v>1107.55</c:v>
                </c:pt>
                <c:pt idx="198">
                  <c:v>1361.2</c:v>
                </c:pt>
                <c:pt idx="199">
                  <c:v>625.0</c:v>
                </c:pt>
                <c:pt idx="200">
                  <c:v>2166.3</c:v>
                </c:pt>
                <c:pt idx="201">
                  <c:v>1349.8</c:v>
                </c:pt>
                <c:pt idx="202">
                  <c:v>761.940000000000</c:v>
                </c:pt>
                <c:pt idx="203">
                  <c:v>1070.52</c:v>
                </c:pt>
                <c:pt idx="204">
                  <c:v>1654.84</c:v>
                </c:pt>
                <c:pt idx="205">
                  <c:v>442.17</c:v>
                </c:pt>
                <c:pt idx="206">
                  <c:v>916.4</c:v>
                </c:pt>
                <c:pt idx="207">
                  <c:v>121.96</c:v>
                </c:pt>
                <c:pt idx="208">
                  <c:v>816.64</c:v>
                </c:pt>
                <c:pt idx="209">
                  <c:v>939.85</c:v>
                </c:pt>
                <c:pt idx="210">
                  <c:v>1075.44</c:v>
                </c:pt>
                <c:pt idx="211">
                  <c:v>580.74</c:v>
                </c:pt>
                <c:pt idx="212">
                  <c:v>265.38</c:v>
                </c:pt>
                <c:pt idx="213">
                  <c:v>634.4</c:v>
                </c:pt>
                <c:pt idx="214">
                  <c:v>1222.88</c:v>
                </c:pt>
                <c:pt idx="215">
                  <c:v>303.6</c:v>
                </c:pt>
                <c:pt idx="216">
                  <c:v>1984.0</c:v>
                </c:pt>
                <c:pt idx="217">
                  <c:v>1286.04</c:v>
                </c:pt>
                <c:pt idx="218">
                  <c:v>337.38</c:v>
                </c:pt>
                <c:pt idx="219">
                  <c:v>309.85</c:v>
                </c:pt>
                <c:pt idx="220">
                  <c:v>746.34</c:v>
                </c:pt>
                <c:pt idx="221">
                  <c:v>3196.85</c:v>
                </c:pt>
                <c:pt idx="222">
                  <c:v>2773.44</c:v>
                </c:pt>
                <c:pt idx="223">
                  <c:v>2771.64</c:v>
                </c:pt>
                <c:pt idx="224">
                  <c:v>365.84</c:v>
                </c:pt>
                <c:pt idx="225">
                  <c:v>821.880000000000</c:v>
                </c:pt>
                <c:pt idx="226">
                  <c:v>1764.15</c:v>
                </c:pt>
                <c:pt idx="227">
                  <c:v>730.34</c:v>
                </c:pt>
                <c:pt idx="228">
                  <c:v>1543.68</c:v>
                </c:pt>
                <c:pt idx="229">
                  <c:v>562.61</c:v>
                </c:pt>
                <c:pt idx="230">
                  <c:v>247.64</c:v>
                </c:pt>
                <c:pt idx="231">
                  <c:v>167.6</c:v>
                </c:pt>
                <c:pt idx="232">
                  <c:v>1777.76</c:v>
                </c:pt>
                <c:pt idx="233">
                  <c:v>933.99</c:v>
                </c:pt>
                <c:pt idx="234">
                  <c:v>945.64</c:v>
                </c:pt>
                <c:pt idx="235">
                  <c:v>65.45</c:v>
                </c:pt>
                <c:pt idx="236">
                  <c:v>318.81</c:v>
                </c:pt>
                <c:pt idx="237">
                  <c:v>1751.16</c:v>
                </c:pt>
                <c:pt idx="238">
                  <c:v>1537.28</c:v>
                </c:pt>
                <c:pt idx="239">
                  <c:v>1616.22</c:v>
                </c:pt>
                <c:pt idx="240">
                  <c:v>17.24</c:v>
                </c:pt>
                <c:pt idx="241">
                  <c:v>3078.35</c:v>
                </c:pt>
                <c:pt idx="242">
                  <c:v>438.2</c:v>
                </c:pt>
                <c:pt idx="243">
                  <c:v>289.32</c:v>
                </c:pt>
                <c:pt idx="244">
                  <c:v>635.54</c:v>
                </c:pt>
                <c:pt idx="245">
                  <c:v>223.3</c:v>
                </c:pt>
                <c:pt idx="246">
                  <c:v>684.22</c:v>
                </c:pt>
                <c:pt idx="247">
                  <c:v>441.8</c:v>
                </c:pt>
                <c:pt idx="248">
                  <c:v>670.54</c:v>
                </c:pt>
                <c:pt idx="249">
                  <c:v>546.19</c:v>
                </c:pt>
                <c:pt idx="250">
                  <c:v>128.85</c:v>
                </c:pt>
                <c:pt idx="251">
                  <c:v>58.76</c:v>
                </c:pt>
                <c:pt idx="252">
                  <c:v>2673.44</c:v>
                </c:pt>
                <c:pt idx="253">
                  <c:v>1654.96</c:v>
                </c:pt>
                <c:pt idx="254">
                  <c:v>789.570000000000</c:v>
                </c:pt>
                <c:pt idx="255">
                  <c:v>263.96</c:v>
                </c:pt>
                <c:pt idx="256">
                  <c:v>379.05</c:v>
                </c:pt>
                <c:pt idx="257">
                  <c:v>406.22</c:v>
                </c:pt>
                <c:pt idx="258">
                  <c:v>206.82</c:v>
                </c:pt>
                <c:pt idx="259">
                  <c:v>1740.48</c:v>
                </c:pt>
                <c:pt idx="260">
                  <c:v>815.58</c:v>
                </c:pt>
                <c:pt idx="261">
                  <c:v>868.25</c:v>
                </c:pt>
                <c:pt idx="262">
                  <c:v>996.28</c:v>
                </c:pt>
                <c:pt idx="263">
                  <c:v>1739.4</c:v>
                </c:pt>
                <c:pt idx="264">
                  <c:v>436.77</c:v>
                </c:pt>
                <c:pt idx="265">
                  <c:v>572.13</c:v>
                </c:pt>
                <c:pt idx="266">
                  <c:v>2332.28</c:v>
                </c:pt>
                <c:pt idx="267">
                  <c:v>2342.55</c:v>
                </c:pt>
                <c:pt idx="268">
                  <c:v>847.76</c:v>
                </c:pt>
                <c:pt idx="269">
                  <c:v>2654.68</c:v>
                </c:pt>
                <c:pt idx="270">
                  <c:v>1239.64</c:v>
                </c:pt>
                <c:pt idx="271">
                  <c:v>542.07</c:v>
                </c:pt>
                <c:pt idx="272">
                  <c:v>798.64</c:v>
                </c:pt>
                <c:pt idx="273">
                  <c:v>476.5</c:v>
                </c:pt>
                <c:pt idx="274">
                  <c:v>364.8</c:v>
                </c:pt>
                <c:pt idx="275">
                  <c:v>130.14</c:v>
                </c:pt>
                <c:pt idx="276">
                  <c:v>1201.14</c:v>
                </c:pt>
                <c:pt idx="277">
                  <c:v>454.6</c:v>
                </c:pt>
                <c:pt idx="278">
                  <c:v>1812.3</c:v>
                </c:pt>
                <c:pt idx="279">
                  <c:v>165.03</c:v>
                </c:pt>
                <c:pt idx="280">
                  <c:v>1213.86</c:v>
                </c:pt>
                <c:pt idx="281">
                  <c:v>2619.16</c:v>
                </c:pt>
                <c:pt idx="282">
                  <c:v>2551.16</c:v>
                </c:pt>
                <c:pt idx="283">
                  <c:v>2161.32</c:v>
                </c:pt>
                <c:pt idx="284">
                  <c:v>1040.85</c:v>
                </c:pt>
                <c:pt idx="285">
                  <c:v>338.31</c:v>
                </c:pt>
                <c:pt idx="286">
                  <c:v>418.35</c:v>
                </c:pt>
                <c:pt idx="287">
                  <c:v>2620.72</c:v>
                </c:pt>
                <c:pt idx="288">
                  <c:v>2051.0</c:v>
                </c:pt>
                <c:pt idx="289">
                  <c:v>641.96</c:v>
                </c:pt>
                <c:pt idx="290">
                  <c:v>299.7</c:v>
                </c:pt>
                <c:pt idx="291">
                  <c:v>690.02</c:v>
                </c:pt>
                <c:pt idx="292">
                  <c:v>65.95</c:v>
                </c:pt>
                <c:pt idx="293">
                  <c:v>1852.16</c:v>
                </c:pt>
                <c:pt idx="294">
                  <c:v>595.42</c:v>
                </c:pt>
                <c:pt idx="295">
                  <c:v>537.4</c:v>
                </c:pt>
                <c:pt idx="296">
                  <c:v>3194.0</c:v>
                </c:pt>
                <c:pt idx="297">
                  <c:v>987.76</c:v>
                </c:pt>
                <c:pt idx="298">
                  <c:v>1204.68</c:v>
                </c:pt>
                <c:pt idx="299">
                  <c:v>278.66</c:v>
                </c:pt>
                <c:pt idx="300">
                  <c:v>287.46</c:v>
                </c:pt>
                <c:pt idx="301">
                  <c:v>583.99</c:v>
                </c:pt>
                <c:pt idx="302">
                  <c:v>1406.22</c:v>
                </c:pt>
                <c:pt idx="303">
                  <c:v>30.54</c:v>
                </c:pt>
                <c:pt idx="304">
                  <c:v>2043.65</c:v>
                </c:pt>
                <c:pt idx="305">
                  <c:v>507.56</c:v>
                </c:pt>
                <c:pt idx="306">
                  <c:v>114.14</c:v>
                </c:pt>
                <c:pt idx="307">
                  <c:v>1672.23</c:v>
                </c:pt>
                <c:pt idx="308">
                  <c:v>1346.7</c:v>
                </c:pt>
                <c:pt idx="309">
                  <c:v>2199.04</c:v>
                </c:pt>
                <c:pt idx="310">
                  <c:v>397.440000000000</c:v>
                </c:pt>
                <c:pt idx="311">
                  <c:v>2446.85</c:v>
                </c:pt>
                <c:pt idx="312">
                  <c:v>331.55</c:v>
                </c:pt>
                <c:pt idx="313">
                  <c:v>868.6</c:v>
                </c:pt>
                <c:pt idx="314">
                  <c:v>612.36</c:v>
                </c:pt>
                <c:pt idx="315">
                  <c:v>458.35</c:v>
                </c:pt>
                <c:pt idx="316">
                  <c:v>1101.12</c:v>
                </c:pt>
                <c:pt idx="317">
                  <c:v>279.9</c:v>
                </c:pt>
                <c:pt idx="318">
                  <c:v>446.16</c:v>
                </c:pt>
                <c:pt idx="319">
                  <c:v>1126.12</c:v>
                </c:pt>
                <c:pt idx="320">
                  <c:v>625.51</c:v>
                </c:pt>
                <c:pt idx="321">
                  <c:v>609.16</c:v>
                </c:pt>
                <c:pt idx="322">
                  <c:v>1159.1</c:v>
                </c:pt>
                <c:pt idx="323">
                  <c:v>150.17</c:v>
                </c:pt>
                <c:pt idx="324">
                  <c:v>212.79</c:v>
                </c:pt>
                <c:pt idx="325">
                  <c:v>1084.17</c:v>
                </c:pt>
                <c:pt idx="326">
                  <c:v>3352.4</c:v>
                </c:pt>
                <c:pt idx="327">
                  <c:v>359.99</c:v>
                </c:pt>
                <c:pt idx="328">
                  <c:v>3370.2</c:v>
                </c:pt>
                <c:pt idx="329">
                  <c:v>1132.64</c:v>
                </c:pt>
                <c:pt idx="330">
                  <c:v>1302.65</c:v>
                </c:pt>
                <c:pt idx="331">
                  <c:v>1266.39</c:v>
                </c:pt>
                <c:pt idx="332">
                  <c:v>625.1</c:v>
                </c:pt>
                <c:pt idx="333">
                  <c:v>198.51</c:v>
                </c:pt>
                <c:pt idx="334">
                  <c:v>899.0</c:v>
                </c:pt>
                <c:pt idx="335">
                  <c:v>617.58</c:v>
                </c:pt>
                <c:pt idx="336">
                  <c:v>18.2</c:v>
                </c:pt>
                <c:pt idx="337">
                  <c:v>1508.31</c:v>
                </c:pt>
                <c:pt idx="338">
                  <c:v>1527.45</c:v>
                </c:pt>
                <c:pt idx="339">
                  <c:v>472.66</c:v>
                </c:pt>
                <c:pt idx="340">
                  <c:v>2606.25</c:v>
                </c:pt>
                <c:pt idx="341">
                  <c:v>167.15</c:v>
                </c:pt>
                <c:pt idx="342">
                  <c:v>2332.1</c:v>
                </c:pt>
                <c:pt idx="343">
                  <c:v>527.57</c:v>
                </c:pt>
                <c:pt idx="344">
                  <c:v>1870.02</c:v>
                </c:pt>
                <c:pt idx="345">
                  <c:v>2506.3</c:v>
                </c:pt>
                <c:pt idx="346">
                  <c:v>655.09</c:v>
                </c:pt>
                <c:pt idx="347">
                  <c:v>1059.16</c:v>
                </c:pt>
                <c:pt idx="348">
                  <c:v>1079.19</c:v>
                </c:pt>
                <c:pt idx="349">
                  <c:v>465.33</c:v>
                </c:pt>
                <c:pt idx="350">
                  <c:v>108.82</c:v>
                </c:pt>
                <c:pt idx="351">
                  <c:v>64.66</c:v>
                </c:pt>
                <c:pt idx="352">
                  <c:v>869.800000000000</c:v>
                </c:pt>
                <c:pt idx="353">
                  <c:v>630.82</c:v>
                </c:pt>
                <c:pt idx="354">
                  <c:v>693.41</c:v>
                </c:pt>
                <c:pt idx="355">
                  <c:v>1299.99</c:v>
                </c:pt>
                <c:pt idx="356">
                  <c:v>1872.9</c:v>
                </c:pt>
                <c:pt idx="357">
                  <c:v>2042.8</c:v>
                </c:pt>
                <c:pt idx="358">
                  <c:v>367.34</c:v>
                </c:pt>
                <c:pt idx="359">
                  <c:v>2426.28</c:v>
                </c:pt>
                <c:pt idx="360">
                  <c:v>2358.28</c:v>
                </c:pt>
                <c:pt idx="361">
                  <c:v>3299.25</c:v>
                </c:pt>
                <c:pt idx="362">
                  <c:v>827.36</c:v>
                </c:pt>
                <c:pt idx="363">
                  <c:v>569.35</c:v>
                </c:pt>
                <c:pt idx="364">
                  <c:v>3143.7</c:v>
                </c:pt>
                <c:pt idx="365">
                  <c:v>678.38</c:v>
                </c:pt>
                <c:pt idx="366">
                  <c:v>1806.72</c:v>
                </c:pt>
                <c:pt idx="367">
                  <c:v>3293.85</c:v>
                </c:pt>
                <c:pt idx="368">
                  <c:v>813.06</c:v>
                </c:pt>
                <c:pt idx="369">
                  <c:v>1876.25</c:v>
                </c:pt>
                <c:pt idx="370">
                  <c:v>312.11</c:v>
                </c:pt>
                <c:pt idx="371">
                  <c:v>1538.8</c:v>
                </c:pt>
                <c:pt idx="372">
                  <c:v>1450.59</c:v>
                </c:pt>
                <c:pt idx="373">
                  <c:v>1023.45</c:v>
                </c:pt>
                <c:pt idx="374">
                  <c:v>571.9</c:v>
                </c:pt>
                <c:pt idx="375">
                  <c:v>380.12</c:v>
                </c:pt>
                <c:pt idx="376">
                  <c:v>1006.1</c:v>
                </c:pt>
                <c:pt idx="377">
                  <c:v>260.26</c:v>
                </c:pt>
                <c:pt idx="378">
                  <c:v>322.5</c:v>
                </c:pt>
                <c:pt idx="379">
                  <c:v>893.01</c:v>
                </c:pt>
                <c:pt idx="380">
                  <c:v>1327.6</c:v>
                </c:pt>
                <c:pt idx="381">
                  <c:v>191.76</c:v>
                </c:pt>
                <c:pt idx="382">
                  <c:v>1052.36</c:v>
                </c:pt>
                <c:pt idx="383">
                  <c:v>1575.2</c:v>
                </c:pt>
                <c:pt idx="384">
                  <c:v>1660.71</c:v>
                </c:pt>
                <c:pt idx="385">
                  <c:v>958.15</c:v>
                </c:pt>
                <c:pt idx="386">
                  <c:v>93.02</c:v>
                </c:pt>
                <c:pt idx="387">
                  <c:v>79.06</c:v>
                </c:pt>
                <c:pt idx="388">
                  <c:v>1901.91</c:v>
                </c:pt>
                <c:pt idx="389">
                  <c:v>2790.0</c:v>
                </c:pt>
                <c:pt idx="390">
                  <c:v>2543.45</c:v>
                </c:pt>
                <c:pt idx="391">
                  <c:v>1054.92</c:v>
                </c:pt>
                <c:pt idx="392">
                  <c:v>627.2</c:v>
                </c:pt>
                <c:pt idx="393">
                  <c:v>75.01</c:v>
                </c:pt>
                <c:pt idx="394">
                  <c:v>2647.75</c:v>
                </c:pt>
                <c:pt idx="395">
                  <c:v>382.23</c:v>
                </c:pt>
                <c:pt idx="396">
                  <c:v>1435.65</c:v>
                </c:pt>
                <c:pt idx="397">
                  <c:v>427.06</c:v>
                </c:pt>
                <c:pt idx="398">
                  <c:v>269.65</c:v>
                </c:pt>
                <c:pt idx="399">
                  <c:v>2119.65</c:v>
                </c:pt>
                <c:pt idx="400">
                  <c:v>640.88</c:v>
                </c:pt>
                <c:pt idx="401">
                  <c:v>538.68</c:v>
                </c:pt>
                <c:pt idx="402">
                  <c:v>1686.9</c:v>
                </c:pt>
                <c:pt idx="403">
                  <c:v>620.21</c:v>
                </c:pt>
                <c:pt idx="404">
                  <c:v>198.2</c:v>
                </c:pt>
                <c:pt idx="405">
                  <c:v>1807.88</c:v>
                </c:pt>
                <c:pt idx="406">
                  <c:v>264.4</c:v>
                </c:pt>
                <c:pt idx="407">
                  <c:v>2189.28</c:v>
                </c:pt>
                <c:pt idx="408">
                  <c:v>1237.59</c:v>
                </c:pt>
                <c:pt idx="409">
                  <c:v>420.65</c:v>
                </c:pt>
                <c:pt idx="410">
                  <c:v>1036.46</c:v>
                </c:pt>
                <c:pt idx="411">
                  <c:v>79.02</c:v>
                </c:pt>
                <c:pt idx="412">
                  <c:v>665.05</c:v>
                </c:pt>
                <c:pt idx="413">
                  <c:v>118.8</c:v>
                </c:pt>
                <c:pt idx="414">
                  <c:v>279.14</c:v>
                </c:pt>
                <c:pt idx="415">
                  <c:v>184.15</c:v>
                </c:pt>
                <c:pt idx="416">
                  <c:v>1288.1</c:v>
                </c:pt>
                <c:pt idx="417">
                  <c:v>277.05</c:v>
                </c:pt>
                <c:pt idx="418">
                  <c:v>310.93</c:v>
                </c:pt>
                <c:pt idx="419">
                  <c:v>433.32</c:v>
                </c:pt>
                <c:pt idx="420">
                  <c:v>452.7</c:v>
                </c:pt>
                <c:pt idx="421">
                  <c:v>576.42</c:v>
                </c:pt>
                <c:pt idx="422">
                  <c:v>826.4</c:v>
                </c:pt>
                <c:pt idx="423">
                  <c:v>2740.8</c:v>
                </c:pt>
                <c:pt idx="424">
                  <c:v>114.7</c:v>
                </c:pt>
                <c:pt idx="425">
                  <c:v>603.76</c:v>
                </c:pt>
                <c:pt idx="426">
                  <c:v>287.25</c:v>
                </c:pt>
                <c:pt idx="427">
                  <c:v>161.24</c:v>
                </c:pt>
                <c:pt idx="428">
                  <c:v>1050.32</c:v>
                </c:pt>
                <c:pt idx="429">
                  <c:v>2060.76</c:v>
                </c:pt>
                <c:pt idx="430">
                  <c:v>450.07</c:v>
                </c:pt>
                <c:pt idx="431">
                  <c:v>52.54</c:v>
                </c:pt>
                <c:pt idx="432">
                  <c:v>848.64</c:v>
                </c:pt>
                <c:pt idx="433">
                  <c:v>1894.92</c:v>
                </c:pt>
                <c:pt idx="434">
                  <c:v>1638.4</c:v>
                </c:pt>
                <c:pt idx="435">
                  <c:v>414.47</c:v>
                </c:pt>
                <c:pt idx="436">
                  <c:v>885.32</c:v>
                </c:pt>
                <c:pt idx="437">
                  <c:v>512.39</c:v>
                </c:pt>
                <c:pt idx="438">
                  <c:v>1378.02</c:v>
                </c:pt>
                <c:pt idx="439">
                  <c:v>146.32</c:v>
                </c:pt>
                <c:pt idx="440">
                  <c:v>334.4</c:v>
                </c:pt>
                <c:pt idx="441">
                  <c:v>657.08</c:v>
                </c:pt>
                <c:pt idx="442">
                  <c:v>1574.7</c:v>
                </c:pt>
                <c:pt idx="443">
                  <c:v>139.28</c:v>
                </c:pt>
                <c:pt idx="444">
                  <c:v>135.17</c:v>
                </c:pt>
                <c:pt idx="445">
                  <c:v>487.21</c:v>
                </c:pt>
                <c:pt idx="446">
                  <c:v>2547.9</c:v>
                </c:pt>
                <c:pt idx="447">
                  <c:v>833.62</c:v>
                </c:pt>
                <c:pt idx="448">
                  <c:v>320.0</c:v>
                </c:pt>
                <c:pt idx="449">
                  <c:v>759.150000000000</c:v>
                </c:pt>
                <c:pt idx="450">
                  <c:v>3075.5</c:v>
                </c:pt>
                <c:pt idx="451">
                  <c:v>183.18</c:v>
                </c:pt>
                <c:pt idx="452">
                  <c:v>75.78</c:v>
                </c:pt>
                <c:pt idx="453">
                  <c:v>675.57</c:v>
                </c:pt>
                <c:pt idx="454">
                  <c:v>109.29</c:v>
                </c:pt>
                <c:pt idx="455">
                  <c:v>639.83</c:v>
                </c:pt>
                <c:pt idx="456">
                  <c:v>314.05</c:v>
                </c:pt>
                <c:pt idx="457">
                  <c:v>2463.32</c:v>
                </c:pt>
                <c:pt idx="458">
                  <c:v>2042.32</c:v>
                </c:pt>
                <c:pt idx="459">
                  <c:v>334.39</c:v>
                </c:pt>
                <c:pt idx="460">
                  <c:v>144.25</c:v>
                </c:pt>
                <c:pt idx="461">
                  <c:v>401.82</c:v>
                </c:pt>
                <c:pt idx="462">
                  <c:v>252.68</c:v>
                </c:pt>
                <c:pt idx="463">
                  <c:v>3313.9</c:v>
                </c:pt>
                <c:pt idx="464">
                  <c:v>1737.68</c:v>
                </c:pt>
                <c:pt idx="465">
                  <c:v>2567.45</c:v>
                </c:pt>
                <c:pt idx="466">
                  <c:v>432.47</c:v>
                </c:pt>
                <c:pt idx="467">
                  <c:v>45.94</c:v>
                </c:pt>
                <c:pt idx="468">
                  <c:v>418.36</c:v>
                </c:pt>
                <c:pt idx="469">
                  <c:v>3384.9</c:v>
                </c:pt>
                <c:pt idx="470">
                  <c:v>1054.48</c:v>
                </c:pt>
                <c:pt idx="471">
                  <c:v>2756.35</c:v>
                </c:pt>
                <c:pt idx="472">
                  <c:v>1524.36</c:v>
                </c:pt>
                <c:pt idx="473">
                  <c:v>29.86</c:v>
                </c:pt>
                <c:pt idx="474">
                  <c:v>688.02</c:v>
                </c:pt>
                <c:pt idx="475">
                  <c:v>877.24</c:v>
                </c:pt>
                <c:pt idx="476">
                  <c:v>1027.18</c:v>
                </c:pt>
                <c:pt idx="477">
                  <c:v>507.48</c:v>
                </c:pt>
                <c:pt idx="478">
                  <c:v>188.31</c:v>
                </c:pt>
                <c:pt idx="479">
                  <c:v>101.16</c:v>
                </c:pt>
                <c:pt idx="480">
                  <c:v>335.1</c:v>
                </c:pt>
                <c:pt idx="481">
                  <c:v>1939.4</c:v>
                </c:pt>
                <c:pt idx="482">
                  <c:v>1144.23</c:v>
                </c:pt>
                <c:pt idx="483">
                  <c:v>1739.6</c:v>
                </c:pt>
                <c:pt idx="484">
                  <c:v>60.04</c:v>
                </c:pt>
                <c:pt idx="485">
                  <c:v>1214.37</c:v>
                </c:pt>
                <c:pt idx="486">
                  <c:v>2445.04</c:v>
                </c:pt>
                <c:pt idx="487">
                  <c:v>1039.56</c:v>
                </c:pt>
                <c:pt idx="488">
                  <c:v>36.65</c:v>
                </c:pt>
                <c:pt idx="489">
                  <c:v>448.02</c:v>
                </c:pt>
                <c:pt idx="490">
                  <c:v>2339.05</c:v>
                </c:pt>
                <c:pt idx="491">
                  <c:v>2103.5</c:v>
                </c:pt>
                <c:pt idx="492">
                  <c:v>3032.6</c:v>
                </c:pt>
                <c:pt idx="493">
                  <c:v>420.26</c:v>
                </c:pt>
                <c:pt idx="494">
                  <c:v>1517.37</c:v>
                </c:pt>
                <c:pt idx="495">
                  <c:v>1974.92</c:v>
                </c:pt>
                <c:pt idx="496">
                  <c:v>603.63</c:v>
                </c:pt>
                <c:pt idx="497">
                  <c:v>336.87</c:v>
                </c:pt>
                <c:pt idx="498">
                  <c:v>530.24</c:v>
                </c:pt>
                <c:pt idx="499">
                  <c:v>1618.38</c:v>
                </c:pt>
                <c:pt idx="500">
                  <c:v>2542.95</c:v>
                </c:pt>
                <c:pt idx="501">
                  <c:v>813.84</c:v>
                </c:pt>
                <c:pt idx="502">
                  <c:v>1695.75</c:v>
                </c:pt>
                <c:pt idx="503">
                  <c:v>410.52</c:v>
                </c:pt>
                <c:pt idx="504">
                  <c:v>929.0</c:v>
                </c:pt>
                <c:pt idx="505">
                  <c:v>869.94</c:v>
                </c:pt>
                <c:pt idx="506">
                  <c:v>87.34</c:v>
                </c:pt>
                <c:pt idx="507">
                  <c:v>171.59</c:v>
                </c:pt>
                <c:pt idx="508">
                  <c:v>558.27</c:v>
                </c:pt>
                <c:pt idx="509">
                  <c:v>850.06</c:v>
                </c:pt>
                <c:pt idx="510">
                  <c:v>376.76</c:v>
                </c:pt>
                <c:pt idx="511">
                  <c:v>2876.2</c:v>
                </c:pt>
                <c:pt idx="512">
                  <c:v>1704.06</c:v>
                </c:pt>
                <c:pt idx="513">
                  <c:v>284.64</c:v>
                </c:pt>
                <c:pt idx="514">
                  <c:v>912.450000000000</c:v>
                </c:pt>
                <c:pt idx="515">
                  <c:v>1660.56</c:v>
                </c:pt>
                <c:pt idx="516">
                  <c:v>500.97</c:v>
                </c:pt>
                <c:pt idx="517">
                  <c:v>793.4</c:v>
                </c:pt>
                <c:pt idx="518">
                  <c:v>1614.32</c:v>
                </c:pt>
                <c:pt idx="519">
                  <c:v>1857.16</c:v>
                </c:pt>
                <c:pt idx="520">
                  <c:v>1907.94</c:v>
                </c:pt>
                <c:pt idx="521">
                  <c:v>528.06</c:v>
                </c:pt>
                <c:pt idx="522">
                  <c:v>515.32</c:v>
                </c:pt>
                <c:pt idx="523">
                  <c:v>2631.16</c:v>
                </c:pt>
                <c:pt idx="524">
                  <c:v>153.0</c:v>
                </c:pt>
                <c:pt idx="525">
                  <c:v>668.48</c:v>
                </c:pt>
                <c:pt idx="526">
                  <c:v>93.0</c:v>
                </c:pt>
                <c:pt idx="527">
                  <c:v>3267.35</c:v>
                </c:pt>
                <c:pt idx="528">
                  <c:v>628.89</c:v>
                </c:pt>
                <c:pt idx="529">
                  <c:v>1350.2</c:v>
                </c:pt>
                <c:pt idx="530">
                  <c:v>357.64</c:v>
                </c:pt>
                <c:pt idx="531">
                  <c:v>1600.05</c:v>
                </c:pt>
                <c:pt idx="532">
                  <c:v>82.0</c:v>
                </c:pt>
                <c:pt idx="533">
                  <c:v>565.85</c:v>
                </c:pt>
                <c:pt idx="534">
                  <c:v>1945.77</c:v>
                </c:pt>
                <c:pt idx="535">
                  <c:v>204.36</c:v>
                </c:pt>
                <c:pt idx="536">
                  <c:v>616.1</c:v>
                </c:pt>
                <c:pt idx="537">
                  <c:v>742.41</c:v>
                </c:pt>
                <c:pt idx="538">
                  <c:v>1472.22</c:v>
                </c:pt>
                <c:pt idx="539">
                  <c:v>1595.16</c:v>
                </c:pt>
                <c:pt idx="540">
                  <c:v>3243.25</c:v>
                </c:pt>
                <c:pt idx="541">
                  <c:v>2280.3</c:v>
                </c:pt>
                <c:pt idx="542">
                  <c:v>17.98</c:v>
                </c:pt>
                <c:pt idx="543">
                  <c:v>1349.3</c:v>
                </c:pt>
                <c:pt idx="544">
                  <c:v>159.8</c:v>
                </c:pt>
                <c:pt idx="545">
                  <c:v>196.94</c:v>
                </c:pt>
                <c:pt idx="546">
                  <c:v>158.68</c:v>
                </c:pt>
                <c:pt idx="547">
                  <c:v>613.98</c:v>
                </c:pt>
                <c:pt idx="548">
                  <c:v>1278.36</c:v>
                </c:pt>
                <c:pt idx="549">
                  <c:v>2519.52</c:v>
                </c:pt>
                <c:pt idx="550">
                  <c:v>915.64</c:v>
                </c:pt>
                <c:pt idx="551">
                  <c:v>120.98</c:v>
                </c:pt>
                <c:pt idx="552">
                  <c:v>1700.72</c:v>
                </c:pt>
                <c:pt idx="553">
                  <c:v>667.66</c:v>
                </c:pt>
                <c:pt idx="554">
                  <c:v>985.8</c:v>
                </c:pt>
                <c:pt idx="555">
                  <c:v>92.04</c:v>
                </c:pt>
                <c:pt idx="556">
                  <c:v>654.27</c:v>
                </c:pt>
                <c:pt idx="557">
                  <c:v>56.2</c:v>
                </c:pt>
                <c:pt idx="558">
                  <c:v>2512.48</c:v>
                </c:pt>
                <c:pt idx="559">
                  <c:v>472.2</c:v>
                </c:pt>
                <c:pt idx="560">
                  <c:v>2355.4</c:v>
                </c:pt>
                <c:pt idx="561">
                  <c:v>989.56</c:v>
                </c:pt>
                <c:pt idx="562">
                  <c:v>1991.79</c:v>
                </c:pt>
                <c:pt idx="563">
                  <c:v>132.68</c:v>
                </c:pt>
                <c:pt idx="564">
                  <c:v>1821.4</c:v>
                </c:pt>
                <c:pt idx="565">
                  <c:v>1539.9</c:v>
                </c:pt>
                <c:pt idx="566">
                  <c:v>650.84</c:v>
                </c:pt>
                <c:pt idx="567">
                  <c:v>2464.7</c:v>
                </c:pt>
                <c:pt idx="568">
                  <c:v>687.98</c:v>
                </c:pt>
                <c:pt idx="569">
                  <c:v>1253.4</c:v>
                </c:pt>
                <c:pt idx="570">
                  <c:v>724.28</c:v>
                </c:pt>
                <c:pt idx="571">
                  <c:v>214.08</c:v>
                </c:pt>
                <c:pt idx="572">
                  <c:v>70.32</c:v>
                </c:pt>
                <c:pt idx="573">
                  <c:v>2107.1</c:v>
                </c:pt>
                <c:pt idx="574">
                  <c:v>1923.45</c:v>
                </c:pt>
                <c:pt idx="575">
                  <c:v>2240.75</c:v>
                </c:pt>
                <c:pt idx="576">
                  <c:v>395.4</c:v>
                </c:pt>
                <c:pt idx="577">
                  <c:v>741.64</c:v>
                </c:pt>
                <c:pt idx="578">
                  <c:v>2830.35</c:v>
                </c:pt>
                <c:pt idx="579">
                  <c:v>375.76</c:v>
                </c:pt>
                <c:pt idx="580">
                  <c:v>511.98</c:v>
                </c:pt>
                <c:pt idx="581">
                  <c:v>627.34</c:v>
                </c:pt>
                <c:pt idx="582">
                  <c:v>1422.42</c:v>
                </c:pt>
                <c:pt idx="583">
                  <c:v>463.11</c:v>
                </c:pt>
                <c:pt idx="584">
                  <c:v>580.2</c:v>
                </c:pt>
                <c:pt idx="585">
                  <c:v>268.32</c:v>
                </c:pt>
                <c:pt idx="586">
                  <c:v>522.08</c:v>
                </c:pt>
                <c:pt idx="587">
                  <c:v>2573.0</c:v>
                </c:pt>
                <c:pt idx="588">
                  <c:v>2311.28</c:v>
                </c:pt>
                <c:pt idx="589">
                  <c:v>1001.6</c:v>
                </c:pt>
                <c:pt idx="590">
                  <c:v>922.26</c:v>
                </c:pt>
                <c:pt idx="591">
                  <c:v>605.28</c:v>
                </c:pt>
                <c:pt idx="592">
                  <c:v>612.810000000000</c:v>
                </c:pt>
                <c:pt idx="593">
                  <c:v>489.8</c:v>
                </c:pt>
                <c:pt idx="594">
                  <c:v>363.2</c:v>
                </c:pt>
                <c:pt idx="595">
                  <c:v>770.32</c:v>
                </c:pt>
                <c:pt idx="596">
                  <c:v>1819.23</c:v>
                </c:pt>
                <c:pt idx="597">
                  <c:v>423.64</c:v>
                </c:pt>
                <c:pt idx="598">
                  <c:v>2476.75</c:v>
                </c:pt>
                <c:pt idx="599">
                  <c:v>1670.97</c:v>
                </c:pt>
                <c:pt idx="600">
                  <c:v>72.31</c:v>
                </c:pt>
                <c:pt idx="601">
                  <c:v>124.1</c:v>
                </c:pt>
                <c:pt idx="602">
                  <c:v>104.16</c:v>
                </c:pt>
                <c:pt idx="603">
                  <c:v>657.07</c:v>
                </c:pt>
                <c:pt idx="604">
                  <c:v>97.8600000000000</c:v>
                </c:pt>
                <c:pt idx="605">
                  <c:v>457.82</c:v>
                </c:pt>
                <c:pt idx="606">
                  <c:v>824.25</c:v>
                </c:pt>
                <c:pt idx="607">
                  <c:v>2536.2</c:v>
                </c:pt>
                <c:pt idx="608">
                  <c:v>2715.8</c:v>
                </c:pt>
                <c:pt idx="609">
                  <c:v>1347.39</c:v>
                </c:pt>
                <c:pt idx="610">
                  <c:v>1948.1</c:v>
                </c:pt>
                <c:pt idx="611">
                  <c:v>305.17</c:v>
                </c:pt>
                <c:pt idx="612">
                  <c:v>1335.36</c:v>
                </c:pt>
                <c:pt idx="613">
                  <c:v>460.72</c:v>
                </c:pt>
                <c:pt idx="614">
                  <c:v>96.81</c:v>
                </c:pt>
                <c:pt idx="615">
                  <c:v>2300.7</c:v>
                </c:pt>
                <c:pt idx="616">
                  <c:v>1804.8</c:v>
                </c:pt>
                <c:pt idx="617">
                  <c:v>553.41</c:v>
                </c:pt>
                <c:pt idx="618">
                  <c:v>411.34</c:v>
                </c:pt>
                <c:pt idx="619">
                  <c:v>532.89</c:v>
                </c:pt>
                <c:pt idx="620">
                  <c:v>409.02</c:v>
                </c:pt>
                <c:pt idx="621">
                  <c:v>2380.05</c:v>
                </c:pt>
                <c:pt idx="622">
                  <c:v>1181.9</c:v>
                </c:pt>
                <c:pt idx="623">
                  <c:v>1188.0</c:v>
                </c:pt>
                <c:pt idx="624">
                  <c:v>1709.8</c:v>
                </c:pt>
                <c:pt idx="625">
                  <c:v>672.89</c:v>
                </c:pt>
                <c:pt idx="626">
                  <c:v>1314.96</c:v>
                </c:pt>
                <c:pt idx="627">
                  <c:v>1496.04</c:v>
                </c:pt>
                <c:pt idx="628">
                  <c:v>2793.15</c:v>
                </c:pt>
                <c:pt idx="629">
                  <c:v>59.19</c:v>
                </c:pt>
                <c:pt idx="630">
                  <c:v>1244.2</c:v>
                </c:pt>
                <c:pt idx="631">
                  <c:v>138.33</c:v>
                </c:pt>
                <c:pt idx="632">
                  <c:v>3390.8</c:v>
                </c:pt>
                <c:pt idx="633">
                  <c:v>3008.6</c:v>
                </c:pt>
                <c:pt idx="634">
                  <c:v>518.64</c:v>
                </c:pt>
                <c:pt idx="635">
                  <c:v>191.04</c:v>
                </c:pt>
                <c:pt idx="636">
                  <c:v>1484.28</c:v>
                </c:pt>
                <c:pt idx="637">
                  <c:v>1225.4</c:v>
                </c:pt>
                <c:pt idx="638">
                  <c:v>2313.08</c:v>
                </c:pt>
                <c:pt idx="639">
                  <c:v>529.19</c:v>
                </c:pt>
                <c:pt idx="640">
                  <c:v>1174.98</c:v>
                </c:pt>
                <c:pt idx="641">
                  <c:v>2270.28</c:v>
                </c:pt>
                <c:pt idx="642">
                  <c:v>426.1</c:v>
                </c:pt>
                <c:pt idx="643">
                  <c:v>438.37</c:v>
                </c:pt>
                <c:pt idx="644">
                  <c:v>732.46</c:v>
                </c:pt>
                <c:pt idx="645">
                  <c:v>300.1</c:v>
                </c:pt>
                <c:pt idx="646">
                  <c:v>1994.04</c:v>
                </c:pt>
                <c:pt idx="647">
                  <c:v>1018.17</c:v>
                </c:pt>
                <c:pt idx="648">
                  <c:v>1151.66</c:v>
                </c:pt>
                <c:pt idx="649">
                  <c:v>1285.96</c:v>
                </c:pt>
                <c:pt idx="650">
                  <c:v>744.46</c:v>
                </c:pt>
                <c:pt idx="651">
                  <c:v>1939.02</c:v>
                </c:pt>
                <c:pt idx="652">
                  <c:v>1709.2</c:v>
                </c:pt>
                <c:pt idx="653">
                  <c:v>2070.9</c:v>
                </c:pt>
                <c:pt idx="654">
                  <c:v>1147.11</c:v>
                </c:pt>
                <c:pt idx="655">
                  <c:v>265.2</c:v>
                </c:pt>
                <c:pt idx="656">
                  <c:v>378.12</c:v>
                </c:pt>
                <c:pt idx="657">
                  <c:v>351.16</c:v>
                </c:pt>
                <c:pt idx="658">
                  <c:v>92.72</c:v>
                </c:pt>
                <c:pt idx="659">
                  <c:v>1284.08</c:v>
                </c:pt>
                <c:pt idx="660">
                  <c:v>1303.14</c:v>
                </c:pt>
                <c:pt idx="661">
                  <c:v>1274.67</c:v>
                </c:pt>
                <c:pt idx="662">
                  <c:v>1316.67</c:v>
                </c:pt>
                <c:pt idx="663">
                  <c:v>72.6</c:v>
                </c:pt>
                <c:pt idx="664">
                  <c:v>779.0</c:v>
                </c:pt>
                <c:pt idx="665">
                  <c:v>925.04</c:v>
                </c:pt>
                <c:pt idx="666">
                  <c:v>1308.48</c:v>
                </c:pt>
                <c:pt idx="667">
                  <c:v>466.42</c:v>
                </c:pt>
                <c:pt idx="668">
                  <c:v>507.34</c:v>
                </c:pt>
                <c:pt idx="669">
                  <c:v>257.0</c:v>
                </c:pt>
                <c:pt idx="670">
                  <c:v>2156.8</c:v>
                </c:pt>
                <c:pt idx="671">
                  <c:v>253.7</c:v>
                </c:pt>
                <c:pt idx="672">
                  <c:v>1248.32</c:v>
                </c:pt>
                <c:pt idx="673">
                  <c:v>745.84</c:v>
                </c:pt>
                <c:pt idx="674">
                  <c:v>1435.0</c:v>
                </c:pt>
                <c:pt idx="675">
                  <c:v>1026.06</c:v>
                </c:pt>
                <c:pt idx="676">
                  <c:v>844.68</c:v>
                </c:pt>
                <c:pt idx="677">
                  <c:v>110.35</c:v>
                </c:pt>
                <c:pt idx="678">
                  <c:v>489.39</c:v>
                </c:pt>
                <c:pt idx="679">
                  <c:v>1081.98</c:v>
                </c:pt>
                <c:pt idx="680">
                  <c:v>1390.17</c:v>
                </c:pt>
                <c:pt idx="681">
                  <c:v>155.27</c:v>
                </c:pt>
                <c:pt idx="682">
                  <c:v>1528.26</c:v>
                </c:pt>
                <c:pt idx="683">
                  <c:v>2609.92</c:v>
                </c:pt>
                <c:pt idx="684">
                  <c:v>139.36</c:v>
                </c:pt>
                <c:pt idx="685">
                  <c:v>234.37</c:v>
                </c:pt>
                <c:pt idx="686">
                  <c:v>160.8</c:v>
                </c:pt>
                <c:pt idx="687">
                  <c:v>332.09</c:v>
                </c:pt>
                <c:pt idx="688">
                  <c:v>2372.88</c:v>
                </c:pt>
                <c:pt idx="689">
                  <c:v>889.68</c:v>
                </c:pt>
                <c:pt idx="690">
                  <c:v>24.48</c:v>
                </c:pt>
                <c:pt idx="691">
                  <c:v>717.24</c:v>
                </c:pt>
                <c:pt idx="692">
                  <c:v>984.2</c:v>
                </c:pt>
                <c:pt idx="693">
                  <c:v>176.58</c:v>
                </c:pt>
                <c:pt idx="694">
                  <c:v>2666.08</c:v>
                </c:pt>
                <c:pt idx="695">
                  <c:v>506.5</c:v>
                </c:pt>
                <c:pt idx="696">
                  <c:v>604.8</c:v>
                </c:pt>
                <c:pt idx="697">
                  <c:v>474.25</c:v>
                </c:pt>
                <c:pt idx="698">
                  <c:v>776.44</c:v>
                </c:pt>
                <c:pt idx="699">
                  <c:v>1842.45</c:v>
                </c:pt>
                <c:pt idx="700">
                  <c:v>185.82</c:v>
                </c:pt>
                <c:pt idx="701">
                  <c:v>276.66</c:v>
                </c:pt>
                <c:pt idx="702">
                  <c:v>1687.65</c:v>
                </c:pt>
                <c:pt idx="703">
                  <c:v>92.79</c:v>
                </c:pt>
                <c:pt idx="704">
                  <c:v>121.08</c:v>
                </c:pt>
                <c:pt idx="705">
                  <c:v>98.16</c:v>
                </c:pt>
                <c:pt idx="706">
                  <c:v>1140.45</c:v>
                </c:pt>
                <c:pt idx="707">
                  <c:v>2600.16</c:v>
                </c:pt>
                <c:pt idx="708">
                  <c:v>665.11</c:v>
                </c:pt>
                <c:pt idx="709">
                  <c:v>386.03</c:v>
                </c:pt>
                <c:pt idx="710">
                  <c:v>107.7</c:v>
                </c:pt>
                <c:pt idx="711">
                  <c:v>951.56</c:v>
                </c:pt>
                <c:pt idx="712">
                  <c:v>136.8</c:v>
                </c:pt>
                <c:pt idx="713">
                  <c:v>2129.96</c:v>
                </c:pt>
                <c:pt idx="714">
                  <c:v>51.73</c:v>
                </c:pt>
                <c:pt idx="715">
                  <c:v>1960.89</c:v>
                </c:pt>
                <c:pt idx="716">
                  <c:v>1362.87</c:v>
                </c:pt>
                <c:pt idx="717">
                  <c:v>366.33</c:v>
                </c:pt>
                <c:pt idx="718">
                  <c:v>258.96</c:v>
                </c:pt>
                <c:pt idx="719">
                  <c:v>1362.12</c:v>
                </c:pt>
                <c:pt idx="720">
                  <c:v>644.75</c:v>
                </c:pt>
                <c:pt idx="721">
                  <c:v>237.18</c:v>
                </c:pt>
                <c:pt idx="722">
                  <c:v>95.1</c:v>
                </c:pt>
                <c:pt idx="723">
                  <c:v>164.85</c:v>
                </c:pt>
                <c:pt idx="724">
                  <c:v>410.91</c:v>
                </c:pt>
                <c:pt idx="725">
                  <c:v>389.7</c:v>
                </c:pt>
                <c:pt idx="726">
                  <c:v>2332.08</c:v>
                </c:pt>
                <c:pt idx="727">
                  <c:v>478.75</c:v>
                </c:pt>
                <c:pt idx="728">
                  <c:v>1303.04</c:v>
                </c:pt>
                <c:pt idx="729">
                  <c:v>745.64</c:v>
                </c:pt>
                <c:pt idx="730">
                  <c:v>474.6</c:v>
                </c:pt>
                <c:pt idx="731">
                  <c:v>2922.3</c:v>
                </c:pt>
                <c:pt idx="732">
                  <c:v>132.05</c:v>
                </c:pt>
                <c:pt idx="733">
                  <c:v>1979.36</c:v>
                </c:pt>
                <c:pt idx="734">
                  <c:v>898.44</c:v>
                </c:pt>
                <c:pt idx="735">
                  <c:v>176.28</c:v>
                </c:pt>
                <c:pt idx="736">
                  <c:v>2092.65</c:v>
                </c:pt>
                <c:pt idx="737">
                  <c:v>2131.48</c:v>
                </c:pt>
                <c:pt idx="738">
                  <c:v>970.74</c:v>
                </c:pt>
                <c:pt idx="739">
                  <c:v>1546.92</c:v>
                </c:pt>
                <c:pt idx="740">
                  <c:v>754.94</c:v>
                </c:pt>
                <c:pt idx="741">
                  <c:v>1663.2</c:v>
                </c:pt>
                <c:pt idx="742">
                  <c:v>2099.79</c:v>
                </c:pt>
                <c:pt idx="743">
                  <c:v>576.35</c:v>
                </c:pt>
                <c:pt idx="744">
                  <c:v>922.74</c:v>
                </c:pt>
                <c:pt idx="745">
                  <c:v>445.2</c:v>
                </c:pt>
                <c:pt idx="746">
                  <c:v>1985.67</c:v>
                </c:pt>
                <c:pt idx="747">
                  <c:v>519.16</c:v>
                </c:pt>
                <c:pt idx="748">
                  <c:v>212.43</c:v>
                </c:pt>
                <c:pt idx="749">
                  <c:v>518.39</c:v>
                </c:pt>
                <c:pt idx="750">
                  <c:v>581.64</c:v>
                </c:pt>
                <c:pt idx="751">
                  <c:v>1199.72</c:v>
                </c:pt>
                <c:pt idx="752">
                  <c:v>1717.48</c:v>
                </c:pt>
                <c:pt idx="753">
                  <c:v>482.98</c:v>
                </c:pt>
                <c:pt idx="754">
                  <c:v>904.1</c:v>
                </c:pt>
                <c:pt idx="755">
                  <c:v>1010.13</c:v>
                </c:pt>
                <c:pt idx="756">
                  <c:v>283.69</c:v>
                </c:pt>
                <c:pt idx="757">
                  <c:v>157.72</c:v>
                </c:pt>
                <c:pt idx="758">
                  <c:v>1874.52</c:v>
                </c:pt>
                <c:pt idx="759">
                  <c:v>924.03</c:v>
                </c:pt>
                <c:pt idx="760">
                  <c:v>39.56</c:v>
                </c:pt>
                <c:pt idx="761">
                  <c:v>151.04</c:v>
                </c:pt>
                <c:pt idx="762">
                  <c:v>230.88</c:v>
                </c:pt>
                <c:pt idx="763">
                  <c:v>569.96</c:v>
                </c:pt>
                <c:pt idx="764">
                  <c:v>3137.15</c:v>
                </c:pt>
                <c:pt idx="765">
                  <c:v>1069.82</c:v>
                </c:pt>
                <c:pt idx="766">
                  <c:v>557.76</c:v>
                </c:pt>
                <c:pt idx="767">
                  <c:v>646.44</c:v>
                </c:pt>
                <c:pt idx="768">
                  <c:v>3267.3</c:v>
                </c:pt>
                <c:pt idx="769">
                  <c:v>2714.2</c:v>
                </c:pt>
                <c:pt idx="770">
                  <c:v>314.38</c:v>
                </c:pt>
                <c:pt idx="771">
                  <c:v>2077.32</c:v>
                </c:pt>
                <c:pt idx="772">
                  <c:v>604.87</c:v>
                </c:pt>
                <c:pt idx="773">
                  <c:v>1024.66</c:v>
                </c:pt>
                <c:pt idx="774">
                  <c:v>61.62</c:v>
                </c:pt>
                <c:pt idx="775">
                  <c:v>1250.44</c:v>
                </c:pt>
                <c:pt idx="776">
                  <c:v>21.19</c:v>
                </c:pt>
                <c:pt idx="777">
                  <c:v>322.45</c:v>
                </c:pt>
                <c:pt idx="778">
                  <c:v>987.4</c:v>
                </c:pt>
                <c:pt idx="779">
                  <c:v>1766.22</c:v>
                </c:pt>
                <c:pt idx="780">
                  <c:v>737.92</c:v>
                </c:pt>
                <c:pt idx="781">
                  <c:v>2621.3</c:v>
                </c:pt>
                <c:pt idx="782">
                  <c:v>987.26</c:v>
                </c:pt>
                <c:pt idx="783">
                  <c:v>438.34</c:v>
                </c:pt>
                <c:pt idx="784">
                  <c:v>325.81</c:v>
                </c:pt>
                <c:pt idx="785">
                  <c:v>176.1</c:v>
                </c:pt>
                <c:pt idx="786">
                  <c:v>226.55</c:v>
                </c:pt>
                <c:pt idx="787">
                  <c:v>887.84</c:v>
                </c:pt>
                <c:pt idx="788">
                  <c:v>1202.86</c:v>
                </c:pt>
                <c:pt idx="789">
                  <c:v>3456.4</c:v>
                </c:pt>
                <c:pt idx="790">
                  <c:v>1671.56</c:v>
                </c:pt>
                <c:pt idx="791">
                  <c:v>1637.12</c:v>
                </c:pt>
                <c:pt idx="792">
                  <c:v>712.7</c:v>
                </c:pt>
                <c:pt idx="793">
                  <c:v>851.1</c:v>
                </c:pt>
                <c:pt idx="794">
                  <c:v>1539.4</c:v>
                </c:pt>
                <c:pt idx="795">
                  <c:v>463.08</c:v>
                </c:pt>
                <c:pt idx="796">
                  <c:v>1738.65</c:v>
                </c:pt>
                <c:pt idx="797">
                  <c:v>877.52</c:v>
                </c:pt>
                <c:pt idx="798">
                  <c:v>2441.75</c:v>
                </c:pt>
                <c:pt idx="799">
                  <c:v>1314.24</c:v>
                </c:pt>
                <c:pt idx="800">
                  <c:v>68.39</c:v>
                </c:pt>
                <c:pt idx="801">
                  <c:v>2382.48</c:v>
                </c:pt>
                <c:pt idx="802">
                  <c:v>3223.2</c:v>
                </c:pt>
                <c:pt idx="803">
                  <c:v>1989.05</c:v>
                </c:pt>
                <c:pt idx="804">
                  <c:v>709.5</c:v>
                </c:pt>
                <c:pt idx="805">
                  <c:v>2360.05</c:v>
                </c:pt>
                <c:pt idx="806">
                  <c:v>1268.75</c:v>
                </c:pt>
                <c:pt idx="807">
                  <c:v>2028.63</c:v>
                </c:pt>
                <c:pt idx="808">
                  <c:v>402.15</c:v>
                </c:pt>
                <c:pt idx="809">
                  <c:v>1087.15</c:v>
                </c:pt>
                <c:pt idx="810">
                  <c:v>553.56</c:v>
                </c:pt>
                <c:pt idx="811">
                  <c:v>57.1</c:v>
                </c:pt>
                <c:pt idx="812">
                  <c:v>510.52</c:v>
                </c:pt>
                <c:pt idx="813">
                  <c:v>1462.7</c:v>
                </c:pt>
                <c:pt idx="814">
                  <c:v>590.04</c:v>
                </c:pt>
                <c:pt idx="815">
                  <c:v>1709.52</c:v>
                </c:pt>
                <c:pt idx="816">
                  <c:v>2873.95</c:v>
                </c:pt>
                <c:pt idx="817">
                  <c:v>2392.76</c:v>
                </c:pt>
                <c:pt idx="818">
                  <c:v>1563.36</c:v>
                </c:pt>
                <c:pt idx="819">
                  <c:v>796.9</c:v>
                </c:pt>
                <c:pt idx="820">
                  <c:v>3119.05</c:v>
                </c:pt>
                <c:pt idx="821">
                  <c:v>697.96</c:v>
                </c:pt>
                <c:pt idx="822">
                  <c:v>479.56</c:v>
                </c:pt>
                <c:pt idx="823">
                  <c:v>2612.52</c:v>
                </c:pt>
                <c:pt idx="824">
                  <c:v>1443.3</c:v>
                </c:pt>
                <c:pt idx="825">
                  <c:v>1358.45</c:v>
                </c:pt>
                <c:pt idx="826">
                  <c:v>1391.43</c:v>
                </c:pt>
                <c:pt idx="827">
                  <c:v>1279.76</c:v>
                </c:pt>
                <c:pt idx="828">
                  <c:v>1618.32</c:v>
                </c:pt>
                <c:pt idx="829">
                  <c:v>76.93</c:v>
                </c:pt>
                <c:pt idx="830">
                  <c:v>762.56</c:v>
                </c:pt>
                <c:pt idx="831">
                  <c:v>177.46</c:v>
                </c:pt>
                <c:pt idx="832">
                  <c:v>2428.55</c:v>
                </c:pt>
                <c:pt idx="833">
                  <c:v>391.45</c:v>
                </c:pt>
                <c:pt idx="834">
                  <c:v>110.7</c:v>
                </c:pt>
                <c:pt idx="835">
                  <c:v>679.65</c:v>
                </c:pt>
                <c:pt idx="836">
                  <c:v>178.44</c:v>
                </c:pt>
                <c:pt idx="837">
                  <c:v>3277.75</c:v>
                </c:pt>
                <c:pt idx="838">
                  <c:v>2308.32</c:v>
                </c:pt>
                <c:pt idx="839">
                  <c:v>593.91</c:v>
                </c:pt>
                <c:pt idx="840">
                  <c:v>1235.85</c:v>
                </c:pt>
                <c:pt idx="841">
                  <c:v>886.44</c:v>
                </c:pt>
                <c:pt idx="842">
                  <c:v>1092.42</c:v>
                </c:pt>
                <c:pt idx="843">
                  <c:v>1290.18</c:v>
                </c:pt>
                <c:pt idx="844">
                  <c:v>320.92</c:v>
                </c:pt>
                <c:pt idx="845">
                  <c:v>322.08</c:v>
                </c:pt>
                <c:pt idx="846">
                  <c:v>719.72</c:v>
                </c:pt>
                <c:pt idx="847">
                  <c:v>1736.92</c:v>
                </c:pt>
                <c:pt idx="848">
                  <c:v>1291.7</c:v>
                </c:pt>
                <c:pt idx="849">
                  <c:v>857.4</c:v>
                </c:pt>
                <c:pt idx="850">
                  <c:v>1915.5</c:v>
                </c:pt>
                <c:pt idx="851">
                  <c:v>365.57</c:v>
                </c:pt>
                <c:pt idx="852">
                  <c:v>1704.15</c:v>
                </c:pt>
                <c:pt idx="853">
                  <c:v>1470.03</c:v>
                </c:pt>
                <c:pt idx="854">
                  <c:v>1117.8</c:v>
                </c:pt>
                <c:pt idx="855">
                  <c:v>1203.05</c:v>
                </c:pt>
                <c:pt idx="856">
                  <c:v>586.62</c:v>
                </c:pt>
                <c:pt idx="857">
                  <c:v>773.52</c:v>
                </c:pt>
                <c:pt idx="858">
                  <c:v>2178.3</c:v>
                </c:pt>
                <c:pt idx="859">
                  <c:v>1306.65</c:v>
                </c:pt>
                <c:pt idx="860">
                  <c:v>422.54</c:v>
                </c:pt>
                <c:pt idx="861">
                  <c:v>1652.25</c:v>
                </c:pt>
                <c:pt idx="862">
                  <c:v>362.46</c:v>
                </c:pt>
                <c:pt idx="863">
                  <c:v>14.06</c:v>
                </c:pt>
                <c:pt idx="864">
                  <c:v>491.11</c:v>
                </c:pt>
                <c:pt idx="865">
                  <c:v>2709.48</c:v>
                </c:pt>
                <c:pt idx="866">
                  <c:v>946.25</c:v>
                </c:pt>
                <c:pt idx="867">
                  <c:v>570.32</c:v>
                </c:pt>
                <c:pt idx="868">
                  <c:v>1265.28</c:v>
                </c:pt>
                <c:pt idx="869">
                  <c:v>1067.9</c:v>
                </c:pt>
                <c:pt idx="870">
                  <c:v>1880.36</c:v>
                </c:pt>
                <c:pt idx="871">
                  <c:v>972.900000000000</c:v>
                </c:pt>
                <c:pt idx="872">
                  <c:v>2517.36</c:v>
                </c:pt>
                <c:pt idx="873">
                  <c:v>410.52</c:v>
                </c:pt>
                <c:pt idx="874">
                  <c:v>977.8</c:v>
                </c:pt>
                <c:pt idx="875">
                  <c:v>666.950000000000</c:v>
                </c:pt>
                <c:pt idx="876">
                  <c:v>3044.55</c:v>
                </c:pt>
                <c:pt idx="877">
                  <c:v>524.06</c:v>
                </c:pt>
                <c:pt idx="878">
                  <c:v>661.38</c:v>
                </c:pt>
                <c:pt idx="879">
                  <c:v>1095.34</c:v>
                </c:pt>
                <c:pt idx="880">
                  <c:v>934.8</c:v>
                </c:pt>
                <c:pt idx="881">
                  <c:v>897.7</c:v>
                </c:pt>
                <c:pt idx="882">
                  <c:v>548.24</c:v>
                </c:pt>
                <c:pt idx="883">
                  <c:v>2807.4</c:v>
                </c:pt>
                <c:pt idx="884">
                  <c:v>595.54</c:v>
                </c:pt>
                <c:pt idx="885">
                  <c:v>2062.36</c:v>
                </c:pt>
                <c:pt idx="886">
                  <c:v>460.13</c:v>
                </c:pt>
                <c:pt idx="887">
                  <c:v>514.98</c:v>
                </c:pt>
                <c:pt idx="888">
                  <c:v>533.9</c:v>
                </c:pt>
                <c:pt idx="889">
                  <c:v>3253.6</c:v>
                </c:pt>
                <c:pt idx="890">
                  <c:v>1318.59</c:v>
                </c:pt>
                <c:pt idx="891">
                  <c:v>1963.62</c:v>
                </c:pt>
                <c:pt idx="892">
                  <c:v>394.53</c:v>
                </c:pt>
                <c:pt idx="893">
                  <c:v>678.01</c:v>
                </c:pt>
                <c:pt idx="894">
                  <c:v>1725.03</c:v>
                </c:pt>
                <c:pt idx="895">
                  <c:v>463.92</c:v>
                </c:pt>
                <c:pt idx="896">
                  <c:v>441.87</c:v>
                </c:pt>
                <c:pt idx="897">
                  <c:v>1925.92</c:v>
                </c:pt>
                <c:pt idx="898">
                  <c:v>475.11</c:v>
                </c:pt>
                <c:pt idx="899">
                  <c:v>646.74</c:v>
                </c:pt>
                <c:pt idx="900">
                  <c:v>369.15</c:v>
                </c:pt>
                <c:pt idx="901">
                  <c:v>458.63</c:v>
                </c:pt>
                <c:pt idx="902">
                  <c:v>721.0</c:v>
                </c:pt>
                <c:pt idx="903">
                  <c:v>1420.47</c:v>
                </c:pt>
                <c:pt idx="904">
                  <c:v>949.72</c:v>
                </c:pt>
                <c:pt idx="905">
                  <c:v>442.39</c:v>
                </c:pt>
                <c:pt idx="906">
                  <c:v>62.12</c:v>
                </c:pt>
                <c:pt idx="907">
                  <c:v>1491.95</c:v>
                </c:pt>
                <c:pt idx="908">
                  <c:v>1395.86</c:v>
                </c:pt>
                <c:pt idx="909">
                  <c:v>583.7</c:v>
                </c:pt>
                <c:pt idx="910">
                  <c:v>926.94</c:v>
                </c:pt>
                <c:pt idx="911">
                  <c:v>1984.3</c:v>
                </c:pt>
                <c:pt idx="912">
                  <c:v>279.38</c:v>
                </c:pt>
                <c:pt idx="913">
                  <c:v>2379.75</c:v>
                </c:pt>
                <c:pt idx="914">
                  <c:v>626.6</c:v>
                </c:pt>
                <c:pt idx="915">
                  <c:v>2011.96</c:v>
                </c:pt>
                <c:pt idx="916">
                  <c:v>2894.15</c:v>
                </c:pt>
                <c:pt idx="917">
                  <c:v>1919.1</c:v>
                </c:pt>
                <c:pt idx="918">
                  <c:v>1841.25</c:v>
                </c:pt>
                <c:pt idx="919">
                  <c:v>749.2</c:v>
                </c:pt>
                <c:pt idx="920">
                  <c:v>856.18</c:v>
                </c:pt>
                <c:pt idx="921">
                  <c:v>438.93</c:v>
                </c:pt>
                <c:pt idx="922">
                  <c:v>1127.64</c:v>
                </c:pt>
                <c:pt idx="923">
                  <c:v>1949.79</c:v>
                </c:pt>
                <c:pt idx="924">
                  <c:v>1342.15</c:v>
                </c:pt>
                <c:pt idx="925">
                  <c:v>2512.35</c:v>
                </c:pt>
                <c:pt idx="926">
                  <c:v>26.95</c:v>
                </c:pt>
                <c:pt idx="927">
                  <c:v>258.76</c:v>
                </c:pt>
                <c:pt idx="928">
                  <c:v>741.33</c:v>
                </c:pt>
                <c:pt idx="929">
                  <c:v>1072.5</c:v>
                </c:pt>
                <c:pt idx="930">
                  <c:v>912.08</c:v>
                </c:pt>
                <c:pt idx="931">
                  <c:v>80.46</c:v>
                </c:pt>
                <c:pt idx="932">
                  <c:v>144.78</c:v>
                </c:pt>
                <c:pt idx="933">
                  <c:v>788.32</c:v>
                </c:pt>
                <c:pt idx="934">
                  <c:v>479.36</c:v>
                </c:pt>
                <c:pt idx="935">
                  <c:v>2078.13</c:v>
                </c:pt>
                <c:pt idx="936">
                  <c:v>226.64</c:v>
                </c:pt>
                <c:pt idx="937">
                  <c:v>597.06</c:v>
                </c:pt>
                <c:pt idx="938">
                  <c:v>994.380000000000</c:v>
                </c:pt>
                <c:pt idx="939">
                  <c:v>1042.8</c:v>
                </c:pt>
                <c:pt idx="940">
                  <c:v>1221.28</c:v>
                </c:pt>
                <c:pt idx="941">
                  <c:v>558.5</c:v>
                </c:pt>
                <c:pt idx="942">
                  <c:v>479.76</c:v>
                </c:pt>
                <c:pt idx="943">
                  <c:v>580.47</c:v>
                </c:pt>
                <c:pt idx="944">
                  <c:v>852.44</c:v>
                </c:pt>
                <c:pt idx="945">
                  <c:v>1382.2</c:v>
                </c:pt>
                <c:pt idx="946">
                  <c:v>809.92</c:v>
                </c:pt>
                <c:pt idx="947">
                  <c:v>1862.64</c:v>
                </c:pt>
                <c:pt idx="948">
                  <c:v>1188.14</c:v>
                </c:pt>
                <c:pt idx="949">
                  <c:v>551.9</c:v>
                </c:pt>
                <c:pt idx="950">
                  <c:v>596.24</c:v>
                </c:pt>
                <c:pt idx="951">
                  <c:v>612.48</c:v>
                </c:pt>
                <c:pt idx="952">
                  <c:v>1510.17</c:v>
                </c:pt>
                <c:pt idx="953">
                  <c:v>131.61</c:v>
                </c:pt>
                <c:pt idx="954">
                  <c:v>1330.32</c:v>
                </c:pt>
                <c:pt idx="955">
                  <c:v>408.13</c:v>
                </c:pt>
                <c:pt idx="956">
                  <c:v>321.96</c:v>
                </c:pt>
                <c:pt idx="957">
                  <c:v>3219.45</c:v>
                </c:pt>
                <c:pt idx="958">
                  <c:v>475.98</c:v>
                </c:pt>
                <c:pt idx="959">
                  <c:v>287.64</c:v>
                </c:pt>
                <c:pt idx="960">
                  <c:v>1137.21</c:v>
                </c:pt>
                <c:pt idx="961">
                  <c:v>601.36</c:v>
                </c:pt>
                <c:pt idx="962">
                  <c:v>284.16</c:v>
                </c:pt>
                <c:pt idx="963">
                  <c:v>2651.7</c:v>
                </c:pt>
                <c:pt idx="964">
                  <c:v>1822.1</c:v>
                </c:pt>
                <c:pt idx="965">
                  <c:v>2313.12</c:v>
                </c:pt>
                <c:pt idx="966">
                  <c:v>1402.6</c:v>
                </c:pt>
                <c:pt idx="967">
                  <c:v>3194.6</c:v>
                </c:pt>
                <c:pt idx="968">
                  <c:v>1648.8</c:v>
                </c:pt>
                <c:pt idx="969">
                  <c:v>440.34</c:v>
                </c:pt>
                <c:pt idx="970">
                  <c:v>627.15</c:v>
                </c:pt>
                <c:pt idx="971">
                  <c:v>1210.52</c:v>
                </c:pt>
                <c:pt idx="972">
                  <c:v>90.27</c:v>
                </c:pt>
                <c:pt idx="973">
                  <c:v>1153.85</c:v>
                </c:pt>
                <c:pt idx="974">
                  <c:v>1333.9</c:v>
                </c:pt>
                <c:pt idx="975">
                  <c:v>105.92</c:v>
                </c:pt>
                <c:pt idx="976">
                  <c:v>1767.9</c:v>
                </c:pt>
                <c:pt idx="977">
                  <c:v>2597.88</c:v>
                </c:pt>
                <c:pt idx="978">
                  <c:v>429.96</c:v>
                </c:pt>
                <c:pt idx="979">
                  <c:v>2007.18</c:v>
                </c:pt>
                <c:pt idx="980">
                  <c:v>208.95</c:v>
                </c:pt>
                <c:pt idx="981">
                  <c:v>547.32</c:v>
                </c:pt>
                <c:pt idx="982">
                  <c:v>304.11</c:v>
                </c:pt>
                <c:pt idx="983">
                  <c:v>1185.12</c:v>
                </c:pt>
                <c:pt idx="984">
                  <c:v>77.64</c:v>
                </c:pt>
                <c:pt idx="985">
                  <c:v>243.71</c:v>
                </c:pt>
                <c:pt idx="986">
                  <c:v>2579.84</c:v>
                </c:pt>
                <c:pt idx="987">
                  <c:v>1418.65</c:v>
                </c:pt>
                <c:pt idx="988">
                  <c:v>1259.12</c:v>
                </c:pt>
                <c:pt idx="989">
                  <c:v>984.44</c:v>
                </c:pt>
                <c:pt idx="990">
                  <c:v>836.52</c:v>
                </c:pt>
                <c:pt idx="991">
                  <c:v>635.900000000000</c:v>
                </c:pt>
                <c:pt idx="992">
                  <c:v>1758.63</c:v>
                </c:pt>
                <c:pt idx="993">
                  <c:v>802.350000000000</c:v>
                </c:pt>
                <c:pt idx="994">
                  <c:v>2462.6</c:v>
                </c:pt>
                <c:pt idx="995">
                  <c:v>226.58</c:v>
                </c:pt>
                <c:pt idx="996">
                  <c:v>1895.44</c:v>
                </c:pt>
                <c:pt idx="997">
                  <c:v>1334.25</c:v>
                </c:pt>
                <c:pt idx="998">
                  <c:v>367.34</c:v>
                </c:pt>
                <c:pt idx="999">
                  <c:v>483.38</c:v>
                </c:pt>
                <c:pt idx="1000">
                  <c:v>1304.65</c:v>
                </c:pt>
                <c:pt idx="1001">
                  <c:v>507.36</c:v>
                </c:pt>
                <c:pt idx="1002">
                  <c:v>2799.52</c:v>
                </c:pt>
                <c:pt idx="1003">
                  <c:v>1599.85</c:v>
                </c:pt>
                <c:pt idx="1004">
                  <c:v>987.64</c:v>
                </c:pt>
                <c:pt idx="1005">
                  <c:v>1178.55</c:v>
                </c:pt>
                <c:pt idx="1006">
                  <c:v>2104.9</c:v>
                </c:pt>
                <c:pt idx="1007">
                  <c:v>146.52</c:v>
                </c:pt>
                <c:pt idx="1008">
                  <c:v>1232.64</c:v>
                </c:pt>
                <c:pt idx="1009">
                  <c:v>352.92</c:v>
                </c:pt>
                <c:pt idx="1010">
                  <c:v>1978.71</c:v>
                </c:pt>
                <c:pt idx="1011">
                  <c:v>956.72</c:v>
                </c:pt>
                <c:pt idx="1012">
                  <c:v>120.2</c:v>
                </c:pt>
                <c:pt idx="1013">
                  <c:v>1202.24</c:v>
                </c:pt>
                <c:pt idx="1014">
                  <c:v>1132.25</c:v>
                </c:pt>
                <c:pt idx="1015">
                  <c:v>698.8</c:v>
                </c:pt>
                <c:pt idx="1016">
                  <c:v>1343.9</c:v>
                </c:pt>
                <c:pt idx="1017">
                  <c:v>1361.7</c:v>
                </c:pt>
                <c:pt idx="1018">
                  <c:v>547.440000000000</c:v>
                </c:pt>
                <c:pt idx="1019">
                  <c:v>277.09</c:v>
                </c:pt>
                <c:pt idx="1020">
                  <c:v>53.0</c:v>
                </c:pt>
                <c:pt idx="1021">
                  <c:v>945.81</c:v>
                </c:pt>
                <c:pt idx="1022">
                  <c:v>1352.94</c:v>
                </c:pt>
                <c:pt idx="1023">
                  <c:v>1168.35</c:v>
                </c:pt>
                <c:pt idx="1024">
                  <c:v>1103.25</c:v>
                </c:pt>
                <c:pt idx="1025">
                  <c:v>23.53</c:v>
                </c:pt>
                <c:pt idx="1026">
                  <c:v>677.48</c:v>
                </c:pt>
                <c:pt idx="1027">
                  <c:v>2219.32</c:v>
                </c:pt>
                <c:pt idx="1028">
                  <c:v>1761.24</c:v>
                </c:pt>
                <c:pt idx="1029">
                  <c:v>87.06</c:v>
                </c:pt>
                <c:pt idx="1030">
                  <c:v>981.12</c:v>
                </c:pt>
                <c:pt idx="1031">
                  <c:v>3322.55</c:v>
                </c:pt>
                <c:pt idx="1032">
                  <c:v>618.68</c:v>
                </c:pt>
                <c:pt idx="1033">
                  <c:v>370.85</c:v>
                </c:pt>
                <c:pt idx="1034">
                  <c:v>2071.92</c:v>
                </c:pt>
                <c:pt idx="1035">
                  <c:v>2024.44</c:v>
                </c:pt>
                <c:pt idx="1036">
                  <c:v>1241.49</c:v>
                </c:pt>
                <c:pt idx="1037">
                  <c:v>249.81</c:v>
                </c:pt>
                <c:pt idx="1038">
                  <c:v>1087.59</c:v>
                </c:pt>
                <c:pt idx="1039">
                  <c:v>598.46</c:v>
                </c:pt>
                <c:pt idx="1040">
                  <c:v>536.07</c:v>
                </c:pt>
                <c:pt idx="1041">
                  <c:v>2235.6</c:v>
                </c:pt>
                <c:pt idx="1042">
                  <c:v>819.5</c:v>
                </c:pt>
                <c:pt idx="1043">
                  <c:v>359.92</c:v>
                </c:pt>
                <c:pt idx="1044">
                  <c:v>38.49</c:v>
                </c:pt>
                <c:pt idx="1045">
                  <c:v>1582.0</c:v>
                </c:pt>
                <c:pt idx="1046">
                  <c:v>1641.45</c:v>
                </c:pt>
                <c:pt idx="1047">
                  <c:v>2161.36</c:v>
                </c:pt>
                <c:pt idx="1048">
                  <c:v>294.6</c:v>
                </c:pt>
                <c:pt idx="1049">
                  <c:v>1959.3</c:v>
                </c:pt>
                <c:pt idx="1050">
                  <c:v>348.5</c:v>
                </c:pt>
                <c:pt idx="1051">
                  <c:v>132.15</c:v>
                </c:pt>
                <c:pt idx="1052">
                  <c:v>531.74</c:v>
                </c:pt>
                <c:pt idx="1053">
                  <c:v>993.24</c:v>
                </c:pt>
                <c:pt idx="1054">
                  <c:v>660.66</c:v>
                </c:pt>
                <c:pt idx="1055">
                  <c:v>1099.28</c:v>
                </c:pt>
                <c:pt idx="1056">
                  <c:v>972.7</c:v>
                </c:pt>
                <c:pt idx="1057">
                  <c:v>1286.64</c:v>
                </c:pt>
                <c:pt idx="1058">
                  <c:v>824.28</c:v>
                </c:pt>
                <c:pt idx="1059">
                  <c:v>265.64</c:v>
                </c:pt>
                <c:pt idx="1060">
                  <c:v>546.86</c:v>
                </c:pt>
                <c:pt idx="1061">
                  <c:v>658.5</c:v>
                </c:pt>
                <c:pt idx="1062">
                  <c:v>427.6</c:v>
                </c:pt>
                <c:pt idx="1063">
                  <c:v>641.36</c:v>
                </c:pt>
                <c:pt idx="1064">
                  <c:v>795.24</c:v>
                </c:pt>
                <c:pt idx="1065">
                  <c:v>3334.0</c:v>
                </c:pt>
                <c:pt idx="1066">
                  <c:v>355.09</c:v>
                </c:pt>
                <c:pt idx="1067">
                  <c:v>632.4</c:v>
                </c:pt>
                <c:pt idx="1068">
                  <c:v>133.39</c:v>
                </c:pt>
                <c:pt idx="1069">
                  <c:v>454.23</c:v>
                </c:pt>
                <c:pt idx="1070">
                  <c:v>1965.16</c:v>
                </c:pt>
                <c:pt idx="1071">
                  <c:v>510.28</c:v>
                </c:pt>
                <c:pt idx="1072">
                  <c:v>392.61</c:v>
                </c:pt>
                <c:pt idx="1073">
                  <c:v>1448.24</c:v>
                </c:pt>
                <c:pt idx="1074">
                  <c:v>222.73</c:v>
                </c:pt>
                <c:pt idx="1075">
                  <c:v>1105.26</c:v>
                </c:pt>
                <c:pt idx="1076">
                  <c:v>2746.44</c:v>
                </c:pt>
                <c:pt idx="1077">
                  <c:v>915.48</c:v>
                </c:pt>
                <c:pt idx="1078">
                  <c:v>41.09</c:v>
                </c:pt>
                <c:pt idx="1079">
                  <c:v>3170.0</c:v>
                </c:pt>
                <c:pt idx="1080">
                  <c:v>2323.7</c:v>
                </c:pt>
                <c:pt idx="1081">
                  <c:v>1702.4</c:v>
                </c:pt>
                <c:pt idx="1082">
                  <c:v>1719.66</c:v>
                </c:pt>
                <c:pt idx="1083">
                  <c:v>123.28</c:v>
                </c:pt>
                <c:pt idx="1084">
                  <c:v>70.82</c:v>
                </c:pt>
                <c:pt idx="1085">
                  <c:v>1293.38</c:v>
                </c:pt>
                <c:pt idx="1086">
                  <c:v>1026.84</c:v>
                </c:pt>
                <c:pt idx="1087">
                  <c:v>2772.28</c:v>
                </c:pt>
                <c:pt idx="1088">
                  <c:v>1474.29</c:v>
                </c:pt>
                <c:pt idx="1089">
                  <c:v>1199.48</c:v>
                </c:pt>
                <c:pt idx="1090">
                  <c:v>1300.5</c:v>
                </c:pt>
                <c:pt idx="1091">
                  <c:v>628.440000000000</c:v>
                </c:pt>
                <c:pt idx="1092">
                  <c:v>1046.0</c:v>
                </c:pt>
                <c:pt idx="1093">
                  <c:v>789.44</c:v>
                </c:pt>
                <c:pt idx="1094">
                  <c:v>2595.64</c:v>
                </c:pt>
                <c:pt idx="1095">
                  <c:v>883.08</c:v>
                </c:pt>
                <c:pt idx="1096">
                  <c:v>929.84</c:v>
                </c:pt>
                <c:pt idx="1097">
                  <c:v>2532.25</c:v>
                </c:pt>
                <c:pt idx="1098">
                  <c:v>1023.44</c:v>
                </c:pt>
                <c:pt idx="1099">
                  <c:v>250.46</c:v>
                </c:pt>
                <c:pt idx="1100">
                  <c:v>190.55</c:v>
                </c:pt>
                <c:pt idx="1101">
                  <c:v>485.91</c:v>
                </c:pt>
                <c:pt idx="1102">
                  <c:v>1388.68</c:v>
                </c:pt>
                <c:pt idx="1103">
                  <c:v>1105.28</c:v>
                </c:pt>
                <c:pt idx="1104">
                  <c:v>1259.04</c:v>
                </c:pt>
                <c:pt idx="1105">
                  <c:v>1427.07</c:v>
                </c:pt>
                <c:pt idx="1106">
                  <c:v>372.8</c:v>
                </c:pt>
                <c:pt idx="1107">
                  <c:v>126.42</c:v>
                </c:pt>
                <c:pt idx="1108">
                  <c:v>634.94</c:v>
                </c:pt>
                <c:pt idx="1109">
                  <c:v>309.88</c:v>
                </c:pt>
                <c:pt idx="1110">
                  <c:v>252.93</c:v>
                </c:pt>
                <c:pt idx="1111">
                  <c:v>937.8</c:v>
                </c:pt>
                <c:pt idx="1112">
                  <c:v>356.81</c:v>
                </c:pt>
                <c:pt idx="1113">
                  <c:v>839.96</c:v>
                </c:pt>
                <c:pt idx="1114">
                  <c:v>1979.64</c:v>
                </c:pt>
                <c:pt idx="1115">
                  <c:v>672.64</c:v>
                </c:pt>
                <c:pt idx="1116">
                  <c:v>1062.98</c:v>
                </c:pt>
                <c:pt idx="1117">
                  <c:v>1765.32</c:v>
                </c:pt>
                <c:pt idx="1118">
                  <c:v>754.440000000000</c:v>
                </c:pt>
                <c:pt idx="1119">
                  <c:v>684.65</c:v>
                </c:pt>
                <c:pt idx="1120">
                  <c:v>195.86</c:v>
                </c:pt>
                <c:pt idx="1121">
                  <c:v>151.02</c:v>
                </c:pt>
                <c:pt idx="1122">
                  <c:v>3390.95</c:v>
                </c:pt>
                <c:pt idx="1123">
                  <c:v>1662.75</c:v>
                </c:pt>
                <c:pt idx="1124">
                  <c:v>2307.48</c:v>
                </c:pt>
                <c:pt idx="1125">
                  <c:v>1633.44</c:v>
                </c:pt>
                <c:pt idx="1126">
                  <c:v>950.550000000000</c:v>
                </c:pt>
                <c:pt idx="1127">
                  <c:v>1808.25</c:v>
                </c:pt>
                <c:pt idx="1128">
                  <c:v>1940.37</c:v>
                </c:pt>
                <c:pt idx="1129">
                  <c:v>1674.84</c:v>
                </c:pt>
                <c:pt idx="1130">
                  <c:v>646.9</c:v>
                </c:pt>
                <c:pt idx="1131">
                  <c:v>694.5</c:v>
                </c:pt>
                <c:pt idx="1132">
                  <c:v>674.64</c:v>
                </c:pt>
                <c:pt idx="1133">
                  <c:v>935.82</c:v>
                </c:pt>
                <c:pt idx="1134">
                  <c:v>153.12</c:v>
                </c:pt>
                <c:pt idx="1135">
                  <c:v>146.82</c:v>
                </c:pt>
                <c:pt idx="1136">
                  <c:v>2004.99</c:v>
                </c:pt>
                <c:pt idx="1137">
                  <c:v>1640.84</c:v>
                </c:pt>
                <c:pt idx="1138">
                  <c:v>1177.64</c:v>
                </c:pt>
                <c:pt idx="1139">
                  <c:v>1505.46</c:v>
                </c:pt>
                <c:pt idx="1140">
                  <c:v>1105.66</c:v>
                </c:pt>
                <c:pt idx="1141">
                  <c:v>1495.98</c:v>
                </c:pt>
                <c:pt idx="1142">
                  <c:v>2780.4</c:v>
                </c:pt>
                <c:pt idx="1143">
                  <c:v>381.61</c:v>
                </c:pt>
                <c:pt idx="1144">
                  <c:v>2539.7</c:v>
                </c:pt>
                <c:pt idx="1145">
                  <c:v>1714.59</c:v>
                </c:pt>
                <c:pt idx="1146">
                  <c:v>2107.2</c:v>
                </c:pt>
                <c:pt idx="1147">
                  <c:v>1176.6</c:v>
                </c:pt>
                <c:pt idx="1148">
                  <c:v>355.15</c:v>
                </c:pt>
                <c:pt idx="1149">
                  <c:v>1390.58</c:v>
                </c:pt>
                <c:pt idx="1150">
                  <c:v>1210.6</c:v>
                </c:pt>
                <c:pt idx="1151">
                  <c:v>1216.08</c:v>
                </c:pt>
                <c:pt idx="1152">
                  <c:v>688.36</c:v>
                </c:pt>
                <c:pt idx="1153">
                  <c:v>2786.84</c:v>
                </c:pt>
                <c:pt idx="1154">
                  <c:v>595.89</c:v>
                </c:pt>
                <c:pt idx="1155">
                  <c:v>2138.28</c:v>
                </c:pt>
                <c:pt idx="1156">
                  <c:v>2763.12</c:v>
                </c:pt>
                <c:pt idx="1157">
                  <c:v>904.650000000000</c:v>
                </c:pt>
                <c:pt idx="1158">
                  <c:v>109.68</c:v>
                </c:pt>
                <c:pt idx="1159">
                  <c:v>1866.8</c:v>
                </c:pt>
                <c:pt idx="1160">
                  <c:v>541.64</c:v>
                </c:pt>
                <c:pt idx="1161">
                  <c:v>11.39</c:v>
                </c:pt>
                <c:pt idx="1162">
                  <c:v>448.74</c:v>
                </c:pt>
                <c:pt idx="1163">
                  <c:v>918.870000000000</c:v>
                </c:pt>
                <c:pt idx="1164">
                  <c:v>1577.85</c:v>
                </c:pt>
                <c:pt idx="1165">
                  <c:v>671.37</c:v>
                </c:pt>
                <c:pt idx="1166">
                  <c:v>973.410000000000</c:v>
                </c:pt>
                <c:pt idx="1167">
                  <c:v>185.74</c:v>
                </c:pt>
                <c:pt idx="1168">
                  <c:v>662.84</c:v>
                </c:pt>
                <c:pt idx="1169">
                  <c:v>525.43</c:v>
                </c:pt>
                <c:pt idx="1170">
                  <c:v>1394.38</c:v>
                </c:pt>
                <c:pt idx="1171">
                  <c:v>2073.6</c:v>
                </c:pt>
                <c:pt idx="1172">
                  <c:v>395.88</c:v>
                </c:pt>
                <c:pt idx="1173">
                  <c:v>208.36</c:v>
                </c:pt>
                <c:pt idx="1174">
                  <c:v>667.02</c:v>
                </c:pt>
                <c:pt idx="1175">
                  <c:v>275.22</c:v>
                </c:pt>
                <c:pt idx="1176">
                  <c:v>427.66</c:v>
                </c:pt>
                <c:pt idx="1177">
                  <c:v>127.55</c:v>
                </c:pt>
                <c:pt idx="1178">
                  <c:v>70.24</c:v>
                </c:pt>
                <c:pt idx="1179">
                  <c:v>2592.75</c:v>
                </c:pt>
                <c:pt idx="1180">
                  <c:v>1193.44</c:v>
                </c:pt>
                <c:pt idx="1181">
                  <c:v>476.22</c:v>
                </c:pt>
                <c:pt idx="1182">
                  <c:v>840.58</c:v>
                </c:pt>
                <c:pt idx="1183">
                  <c:v>281.52</c:v>
                </c:pt>
                <c:pt idx="1184">
                  <c:v>204.08</c:v>
                </c:pt>
                <c:pt idx="1185">
                  <c:v>343.31</c:v>
                </c:pt>
                <c:pt idx="1186">
                  <c:v>163.32</c:v>
                </c:pt>
                <c:pt idx="1187">
                  <c:v>369.2</c:v>
                </c:pt>
                <c:pt idx="1188">
                  <c:v>742.58</c:v>
                </c:pt>
                <c:pt idx="1189">
                  <c:v>1946.1</c:v>
                </c:pt>
                <c:pt idx="1190">
                  <c:v>1849.17</c:v>
                </c:pt>
                <c:pt idx="1191">
                  <c:v>1505.72</c:v>
                </c:pt>
                <c:pt idx="1192">
                  <c:v>1298.55</c:v>
                </c:pt>
                <c:pt idx="1193">
                  <c:v>687.89</c:v>
                </c:pt>
                <c:pt idx="1194">
                  <c:v>568.320000000000</c:v>
                </c:pt>
                <c:pt idx="1195">
                  <c:v>107.04</c:v>
                </c:pt>
                <c:pt idx="1196">
                  <c:v>1325.06</c:v>
                </c:pt>
                <c:pt idx="1197">
                  <c:v>873.68</c:v>
                </c:pt>
                <c:pt idx="1198">
                  <c:v>1050.08</c:v>
                </c:pt>
                <c:pt idx="1199">
                  <c:v>2242.32</c:v>
                </c:pt>
              </c:numCache>
            </c:numRef>
          </c:yVal>
          <c:smooth val="0"/>
        </c:ser>
        <c:dLbls>
          <c:showLegendKey val="0"/>
          <c:showVal val="0"/>
          <c:showCatName val="0"/>
          <c:showSerName val="0"/>
          <c:showPercent val="0"/>
          <c:showBubbleSize val="0"/>
        </c:dLbls>
        <c:axId val="543334328"/>
        <c:axId val="543343328"/>
      </c:scatterChart>
      <c:valAx>
        <c:axId val="5433343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UnitPrice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343328"/>
        <c:crosses val="autoZero"/>
        <c:crossBetween val="midCat"/>
      </c:valAx>
      <c:valAx>
        <c:axId val="54334332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TotalPrice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33432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'Correlation analysis'!$D$1</c:f>
              <c:strCache>
                <c:ptCount val="1"/>
                <c:pt idx="0">
                  <c:v>TotalPrice</c:v>
                </c:pt>
              </c:strCache>
            </c:strRef>
          </c:tx>
          <c:spPr>
            <a:ln w="28575"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'Correlation analysis'!$A$2:$A$1201</c:f>
              <c:numCache>
                <c:formatCode>0</c:formatCode>
                <c:ptCount val="1200"/>
                <c:pt idx="0">
                  <c:v>5.0</c:v>
                </c:pt>
                <c:pt idx="1">
                  <c:v>2.0</c:v>
                </c:pt>
                <c:pt idx="2">
                  <c:v>5.0</c:v>
                </c:pt>
                <c:pt idx="3">
                  <c:v>1.0</c:v>
                </c:pt>
                <c:pt idx="4">
                  <c:v>4.0</c:v>
                </c:pt>
                <c:pt idx="5">
                  <c:v>2.0</c:v>
                </c:pt>
                <c:pt idx="6">
                  <c:v>1.0</c:v>
                </c:pt>
                <c:pt idx="7">
                  <c:v>5.0</c:v>
                </c:pt>
                <c:pt idx="8">
                  <c:v>2.0</c:v>
                </c:pt>
                <c:pt idx="9">
                  <c:v>4.0</c:v>
                </c:pt>
                <c:pt idx="10">
                  <c:v>5.0</c:v>
                </c:pt>
                <c:pt idx="11">
                  <c:v>3.0</c:v>
                </c:pt>
                <c:pt idx="12">
                  <c:v>2.0</c:v>
                </c:pt>
                <c:pt idx="13">
                  <c:v>3.0</c:v>
                </c:pt>
                <c:pt idx="14">
                  <c:v>2.0</c:v>
                </c:pt>
                <c:pt idx="15">
                  <c:v>1.0</c:v>
                </c:pt>
                <c:pt idx="16">
                  <c:v>2.0</c:v>
                </c:pt>
                <c:pt idx="17">
                  <c:v>1.0</c:v>
                </c:pt>
                <c:pt idx="18">
                  <c:v>1.0</c:v>
                </c:pt>
                <c:pt idx="19">
                  <c:v>5.0</c:v>
                </c:pt>
                <c:pt idx="20">
                  <c:v>5.0</c:v>
                </c:pt>
                <c:pt idx="21">
                  <c:v>4.0</c:v>
                </c:pt>
                <c:pt idx="22">
                  <c:v>2.0</c:v>
                </c:pt>
                <c:pt idx="23">
                  <c:v>4.0</c:v>
                </c:pt>
                <c:pt idx="24">
                  <c:v>2.0</c:v>
                </c:pt>
                <c:pt idx="25">
                  <c:v>1.0</c:v>
                </c:pt>
                <c:pt idx="26">
                  <c:v>5.0</c:v>
                </c:pt>
                <c:pt idx="27">
                  <c:v>1.0</c:v>
                </c:pt>
                <c:pt idx="28">
                  <c:v>4.0</c:v>
                </c:pt>
                <c:pt idx="29">
                  <c:v>3.0</c:v>
                </c:pt>
                <c:pt idx="30">
                  <c:v>2.0</c:v>
                </c:pt>
                <c:pt idx="31">
                  <c:v>3.0</c:v>
                </c:pt>
                <c:pt idx="32">
                  <c:v>5.0</c:v>
                </c:pt>
                <c:pt idx="33">
                  <c:v>1.0</c:v>
                </c:pt>
                <c:pt idx="34">
                  <c:v>4.0</c:v>
                </c:pt>
                <c:pt idx="35">
                  <c:v>2.0</c:v>
                </c:pt>
                <c:pt idx="36">
                  <c:v>2.0</c:v>
                </c:pt>
                <c:pt idx="37">
                  <c:v>2.0</c:v>
                </c:pt>
                <c:pt idx="38">
                  <c:v>1.0</c:v>
                </c:pt>
                <c:pt idx="39">
                  <c:v>3.0</c:v>
                </c:pt>
                <c:pt idx="40">
                  <c:v>2.0</c:v>
                </c:pt>
                <c:pt idx="41">
                  <c:v>3.0</c:v>
                </c:pt>
                <c:pt idx="42">
                  <c:v>2.0</c:v>
                </c:pt>
                <c:pt idx="43">
                  <c:v>3.0</c:v>
                </c:pt>
                <c:pt idx="44">
                  <c:v>2.0</c:v>
                </c:pt>
                <c:pt idx="45">
                  <c:v>1.0</c:v>
                </c:pt>
                <c:pt idx="46">
                  <c:v>4.0</c:v>
                </c:pt>
                <c:pt idx="47">
                  <c:v>2.0</c:v>
                </c:pt>
                <c:pt idx="48">
                  <c:v>2.0</c:v>
                </c:pt>
                <c:pt idx="49">
                  <c:v>1.0</c:v>
                </c:pt>
                <c:pt idx="50">
                  <c:v>1.0</c:v>
                </c:pt>
                <c:pt idx="51">
                  <c:v>1.0</c:v>
                </c:pt>
                <c:pt idx="52">
                  <c:v>1.0</c:v>
                </c:pt>
                <c:pt idx="53">
                  <c:v>4.0</c:v>
                </c:pt>
                <c:pt idx="54">
                  <c:v>1.0</c:v>
                </c:pt>
                <c:pt idx="55">
                  <c:v>3.0</c:v>
                </c:pt>
                <c:pt idx="56">
                  <c:v>3.0</c:v>
                </c:pt>
                <c:pt idx="57">
                  <c:v>5.0</c:v>
                </c:pt>
                <c:pt idx="58">
                  <c:v>4.0</c:v>
                </c:pt>
                <c:pt idx="59">
                  <c:v>4.0</c:v>
                </c:pt>
                <c:pt idx="60">
                  <c:v>1.0</c:v>
                </c:pt>
                <c:pt idx="61">
                  <c:v>4.0</c:v>
                </c:pt>
                <c:pt idx="62">
                  <c:v>2.0</c:v>
                </c:pt>
                <c:pt idx="63">
                  <c:v>1.0</c:v>
                </c:pt>
                <c:pt idx="64">
                  <c:v>3.0</c:v>
                </c:pt>
                <c:pt idx="65">
                  <c:v>5.0</c:v>
                </c:pt>
                <c:pt idx="66">
                  <c:v>5.0</c:v>
                </c:pt>
                <c:pt idx="67">
                  <c:v>4.0</c:v>
                </c:pt>
                <c:pt idx="68">
                  <c:v>3.0</c:v>
                </c:pt>
                <c:pt idx="69">
                  <c:v>3.0</c:v>
                </c:pt>
                <c:pt idx="70">
                  <c:v>1.0</c:v>
                </c:pt>
                <c:pt idx="71">
                  <c:v>3.0</c:v>
                </c:pt>
                <c:pt idx="72">
                  <c:v>4.0</c:v>
                </c:pt>
                <c:pt idx="73">
                  <c:v>4.0</c:v>
                </c:pt>
                <c:pt idx="74">
                  <c:v>5.0</c:v>
                </c:pt>
                <c:pt idx="75">
                  <c:v>3.0</c:v>
                </c:pt>
                <c:pt idx="76">
                  <c:v>4.0</c:v>
                </c:pt>
                <c:pt idx="77">
                  <c:v>1.0</c:v>
                </c:pt>
                <c:pt idx="78">
                  <c:v>4.0</c:v>
                </c:pt>
                <c:pt idx="79">
                  <c:v>2.0</c:v>
                </c:pt>
                <c:pt idx="80">
                  <c:v>3.0</c:v>
                </c:pt>
                <c:pt idx="81">
                  <c:v>2.0</c:v>
                </c:pt>
                <c:pt idx="82">
                  <c:v>4.0</c:v>
                </c:pt>
                <c:pt idx="83">
                  <c:v>4.0</c:v>
                </c:pt>
                <c:pt idx="84">
                  <c:v>2.0</c:v>
                </c:pt>
                <c:pt idx="85">
                  <c:v>3.0</c:v>
                </c:pt>
                <c:pt idx="86">
                  <c:v>5.0</c:v>
                </c:pt>
                <c:pt idx="87">
                  <c:v>3.0</c:v>
                </c:pt>
                <c:pt idx="88">
                  <c:v>3.0</c:v>
                </c:pt>
                <c:pt idx="89">
                  <c:v>5.0</c:v>
                </c:pt>
                <c:pt idx="90">
                  <c:v>4.0</c:v>
                </c:pt>
                <c:pt idx="91">
                  <c:v>5.0</c:v>
                </c:pt>
                <c:pt idx="92">
                  <c:v>4.0</c:v>
                </c:pt>
                <c:pt idx="93">
                  <c:v>4.0</c:v>
                </c:pt>
                <c:pt idx="94">
                  <c:v>1.0</c:v>
                </c:pt>
                <c:pt idx="95">
                  <c:v>4.0</c:v>
                </c:pt>
                <c:pt idx="96">
                  <c:v>2.0</c:v>
                </c:pt>
                <c:pt idx="97">
                  <c:v>5.0</c:v>
                </c:pt>
                <c:pt idx="98">
                  <c:v>2.0</c:v>
                </c:pt>
                <c:pt idx="99">
                  <c:v>1.0</c:v>
                </c:pt>
                <c:pt idx="100">
                  <c:v>3.0</c:v>
                </c:pt>
                <c:pt idx="101">
                  <c:v>1.0</c:v>
                </c:pt>
                <c:pt idx="102">
                  <c:v>2.0</c:v>
                </c:pt>
                <c:pt idx="103">
                  <c:v>4.0</c:v>
                </c:pt>
                <c:pt idx="104">
                  <c:v>1.0</c:v>
                </c:pt>
                <c:pt idx="105">
                  <c:v>3.0</c:v>
                </c:pt>
                <c:pt idx="106">
                  <c:v>3.0</c:v>
                </c:pt>
                <c:pt idx="107">
                  <c:v>5.0</c:v>
                </c:pt>
                <c:pt idx="108">
                  <c:v>5.0</c:v>
                </c:pt>
                <c:pt idx="109">
                  <c:v>3.0</c:v>
                </c:pt>
                <c:pt idx="110">
                  <c:v>1.0</c:v>
                </c:pt>
                <c:pt idx="111">
                  <c:v>3.0</c:v>
                </c:pt>
                <c:pt idx="112">
                  <c:v>1.0</c:v>
                </c:pt>
                <c:pt idx="113">
                  <c:v>5.0</c:v>
                </c:pt>
                <c:pt idx="114">
                  <c:v>5.0</c:v>
                </c:pt>
                <c:pt idx="115">
                  <c:v>5.0</c:v>
                </c:pt>
                <c:pt idx="116">
                  <c:v>4.0</c:v>
                </c:pt>
                <c:pt idx="117">
                  <c:v>1.0</c:v>
                </c:pt>
                <c:pt idx="118">
                  <c:v>5.0</c:v>
                </c:pt>
                <c:pt idx="119">
                  <c:v>2.0</c:v>
                </c:pt>
                <c:pt idx="120">
                  <c:v>4.0</c:v>
                </c:pt>
                <c:pt idx="121">
                  <c:v>1.0</c:v>
                </c:pt>
                <c:pt idx="122">
                  <c:v>2.0</c:v>
                </c:pt>
                <c:pt idx="123">
                  <c:v>3.0</c:v>
                </c:pt>
                <c:pt idx="124">
                  <c:v>4.0</c:v>
                </c:pt>
                <c:pt idx="125">
                  <c:v>2.0</c:v>
                </c:pt>
                <c:pt idx="126">
                  <c:v>4.0</c:v>
                </c:pt>
                <c:pt idx="127">
                  <c:v>3.0</c:v>
                </c:pt>
                <c:pt idx="128">
                  <c:v>4.0</c:v>
                </c:pt>
                <c:pt idx="129">
                  <c:v>4.0</c:v>
                </c:pt>
                <c:pt idx="130">
                  <c:v>3.0</c:v>
                </c:pt>
                <c:pt idx="131">
                  <c:v>1.0</c:v>
                </c:pt>
                <c:pt idx="132">
                  <c:v>4.0</c:v>
                </c:pt>
                <c:pt idx="133">
                  <c:v>4.0</c:v>
                </c:pt>
                <c:pt idx="134">
                  <c:v>2.0</c:v>
                </c:pt>
                <c:pt idx="135">
                  <c:v>2.0</c:v>
                </c:pt>
                <c:pt idx="136">
                  <c:v>1.0</c:v>
                </c:pt>
                <c:pt idx="137">
                  <c:v>2.0</c:v>
                </c:pt>
                <c:pt idx="138">
                  <c:v>1.0</c:v>
                </c:pt>
                <c:pt idx="139">
                  <c:v>1.0</c:v>
                </c:pt>
                <c:pt idx="140">
                  <c:v>3.0</c:v>
                </c:pt>
                <c:pt idx="141">
                  <c:v>3.0</c:v>
                </c:pt>
                <c:pt idx="142">
                  <c:v>5.0</c:v>
                </c:pt>
                <c:pt idx="143">
                  <c:v>4.0</c:v>
                </c:pt>
                <c:pt idx="144">
                  <c:v>5.0</c:v>
                </c:pt>
                <c:pt idx="145">
                  <c:v>3.0</c:v>
                </c:pt>
                <c:pt idx="146">
                  <c:v>2.0</c:v>
                </c:pt>
                <c:pt idx="147">
                  <c:v>2.0</c:v>
                </c:pt>
                <c:pt idx="148">
                  <c:v>2.0</c:v>
                </c:pt>
                <c:pt idx="149">
                  <c:v>1.0</c:v>
                </c:pt>
                <c:pt idx="150">
                  <c:v>2.0</c:v>
                </c:pt>
                <c:pt idx="151">
                  <c:v>5.0</c:v>
                </c:pt>
                <c:pt idx="152">
                  <c:v>2.0</c:v>
                </c:pt>
                <c:pt idx="153">
                  <c:v>4.0</c:v>
                </c:pt>
                <c:pt idx="154">
                  <c:v>4.0</c:v>
                </c:pt>
                <c:pt idx="155">
                  <c:v>1.0</c:v>
                </c:pt>
                <c:pt idx="156">
                  <c:v>2.0</c:v>
                </c:pt>
                <c:pt idx="157">
                  <c:v>2.0</c:v>
                </c:pt>
                <c:pt idx="158">
                  <c:v>1.0</c:v>
                </c:pt>
                <c:pt idx="159">
                  <c:v>1.0</c:v>
                </c:pt>
                <c:pt idx="160">
                  <c:v>4.0</c:v>
                </c:pt>
                <c:pt idx="161">
                  <c:v>1.0</c:v>
                </c:pt>
                <c:pt idx="162">
                  <c:v>3.0</c:v>
                </c:pt>
                <c:pt idx="163">
                  <c:v>1.0</c:v>
                </c:pt>
                <c:pt idx="164">
                  <c:v>5.0</c:v>
                </c:pt>
                <c:pt idx="165">
                  <c:v>2.0</c:v>
                </c:pt>
                <c:pt idx="166">
                  <c:v>3.0</c:v>
                </c:pt>
                <c:pt idx="167">
                  <c:v>2.0</c:v>
                </c:pt>
                <c:pt idx="168">
                  <c:v>1.0</c:v>
                </c:pt>
                <c:pt idx="169">
                  <c:v>1.0</c:v>
                </c:pt>
                <c:pt idx="170">
                  <c:v>4.0</c:v>
                </c:pt>
                <c:pt idx="171">
                  <c:v>2.0</c:v>
                </c:pt>
                <c:pt idx="172">
                  <c:v>1.0</c:v>
                </c:pt>
                <c:pt idx="173">
                  <c:v>3.0</c:v>
                </c:pt>
                <c:pt idx="174">
                  <c:v>4.0</c:v>
                </c:pt>
                <c:pt idx="175">
                  <c:v>5.0</c:v>
                </c:pt>
                <c:pt idx="176">
                  <c:v>4.0</c:v>
                </c:pt>
                <c:pt idx="177">
                  <c:v>5.0</c:v>
                </c:pt>
                <c:pt idx="178">
                  <c:v>4.0</c:v>
                </c:pt>
                <c:pt idx="179">
                  <c:v>3.0</c:v>
                </c:pt>
                <c:pt idx="180">
                  <c:v>5.0</c:v>
                </c:pt>
                <c:pt idx="181">
                  <c:v>5.0</c:v>
                </c:pt>
                <c:pt idx="182">
                  <c:v>1.0</c:v>
                </c:pt>
                <c:pt idx="183">
                  <c:v>5.0</c:v>
                </c:pt>
                <c:pt idx="184">
                  <c:v>4.0</c:v>
                </c:pt>
                <c:pt idx="185">
                  <c:v>1.0</c:v>
                </c:pt>
                <c:pt idx="186">
                  <c:v>2.0</c:v>
                </c:pt>
                <c:pt idx="187">
                  <c:v>1.0</c:v>
                </c:pt>
                <c:pt idx="188">
                  <c:v>2.0</c:v>
                </c:pt>
                <c:pt idx="189">
                  <c:v>5.0</c:v>
                </c:pt>
                <c:pt idx="190">
                  <c:v>3.0</c:v>
                </c:pt>
                <c:pt idx="191">
                  <c:v>2.0</c:v>
                </c:pt>
                <c:pt idx="192">
                  <c:v>1.0</c:v>
                </c:pt>
                <c:pt idx="193">
                  <c:v>1.0</c:v>
                </c:pt>
                <c:pt idx="194">
                  <c:v>1.0</c:v>
                </c:pt>
                <c:pt idx="195">
                  <c:v>3.0</c:v>
                </c:pt>
                <c:pt idx="196">
                  <c:v>4.0</c:v>
                </c:pt>
                <c:pt idx="197">
                  <c:v>5.0</c:v>
                </c:pt>
                <c:pt idx="198">
                  <c:v>4.0</c:v>
                </c:pt>
                <c:pt idx="199">
                  <c:v>1.0</c:v>
                </c:pt>
                <c:pt idx="200">
                  <c:v>5.0</c:v>
                </c:pt>
                <c:pt idx="201">
                  <c:v>2.0</c:v>
                </c:pt>
                <c:pt idx="202">
                  <c:v>3.0</c:v>
                </c:pt>
                <c:pt idx="203">
                  <c:v>3.0</c:v>
                </c:pt>
                <c:pt idx="204">
                  <c:v>4.0</c:v>
                </c:pt>
                <c:pt idx="205">
                  <c:v>3.0</c:v>
                </c:pt>
                <c:pt idx="206">
                  <c:v>4.0</c:v>
                </c:pt>
                <c:pt idx="207">
                  <c:v>1.0</c:v>
                </c:pt>
                <c:pt idx="208">
                  <c:v>2.0</c:v>
                </c:pt>
                <c:pt idx="209">
                  <c:v>5.0</c:v>
                </c:pt>
                <c:pt idx="210">
                  <c:v>3.0</c:v>
                </c:pt>
                <c:pt idx="211">
                  <c:v>3.0</c:v>
                </c:pt>
                <c:pt idx="212">
                  <c:v>1.0</c:v>
                </c:pt>
                <c:pt idx="213">
                  <c:v>1.0</c:v>
                </c:pt>
                <c:pt idx="214">
                  <c:v>4.0</c:v>
                </c:pt>
                <c:pt idx="215">
                  <c:v>1.0</c:v>
                </c:pt>
                <c:pt idx="216">
                  <c:v>4.0</c:v>
                </c:pt>
                <c:pt idx="217">
                  <c:v>4.0</c:v>
                </c:pt>
                <c:pt idx="218">
                  <c:v>3.0</c:v>
                </c:pt>
                <c:pt idx="219">
                  <c:v>5.0</c:v>
                </c:pt>
                <c:pt idx="220">
                  <c:v>2.0</c:v>
                </c:pt>
                <c:pt idx="221">
                  <c:v>5.0</c:v>
                </c:pt>
                <c:pt idx="222">
                  <c:v>4.0</c:v>
                </c:pt>
                <c:pt idx="223">
                  <c:v>4.0</c:v>
                </c:pt>
                <c:pt idx="224">
                  <c:v>4.0</c:v>
                </c:pt>
                <c:pt idx="225">
                  <c:v>3.0</c:v>
                </c:pt>
                <c:pt idx="226">
                  <c:v>3.0</c:v>
                </c:pt>
                <c:pt idx="227">
                  <c:v>2.0</c:v>
                </c:pt>
                <c:pt idx="228">
                  <c:v>4.0</c:v>
                </c:pt>
                <c:pt idx="229">
                  <c:v>1.0</c:v>
                </c:pt>
                <c:pt idx="230">
                  <c:v>4.0</c:v>
                </c:pt>
                <c:pt idx="231">
                  <c:v>4.0</c:v>
                </c:pt>
                <c:pt idx="232">
                  <c:v>4.0</c:v>
                </c:pt>
                <c:pt idx="233">
                  <c:v>3.0</c:v>
                </c:pt>
                <c:pt idx="234">
                  <c:v>4.0</c:v>
                </c:pt>
                <c:pt idx="235">
                  <c:v>1.0</c:v>
                </c:pt>
                <c:pt idx="236">
                  <c:v>1.0</c:v>
                </c:pt>
                <c:pt idx="237">
                  <c:v>3.0</c:v>
                </c:pt>
                <c:pt idx="238">
                  <c:v>4.0</c:v>
                </c:pt>
                <c:pt idx="239">
                  <c:v>3.0</c:v>
                </c:pt>
                <c:pt idx="240">
                  <c:v>1.0</c:v>
                </c:pt>
                <c:pt idx="241">
                  <c:v>5.0</c:v>
                </c:pt>
                <c:pt idx="242">
                  <c:v>2.0</c:v>
                </c:pt>
                <c:pt idx="243">
                  <c:v>2.0</c:v>
                </c:pt>
                <c:pt idx="244">
                  <c:v>2.0</c:v>
                </c:pt>
                <c:pt idx="245">
                  <c:v>1.0</c:v>
                </c:pt>
                <c:pt idx="246">
                  <c:v>2.0</c:v>
                </c:pt>
                <c:pt idx="247">
                  <c:v>2.0</c:v>
                </c:pt>
                <c:pt idx="248">
                  <c:v>1.0</c:v>
                </c:pt>
                <c:pt idx="249">
                  <c:v>1.0</c:v>
                </c:pt>
                <c:pt idx="250">
                  <c:v>3.0</c:v>
                </c:pt>
                <c:pt idx="251">
                  <c:v>4.0</c:v>
                </c:pt>
                <c:pt idx="252">
                  <c:v>4.0</c:v>
                </c:pt>
                <c:pt idx="253">
                  <c:v>4.0</c:v>
                </c:pt>
                <c:pt idx="254">
                  <c:v>3.0</c:v>
                </c:pt>
                <c:pt idx="255">
                  <c:v>1.0</c:v>
                </c:pt>
                <c:pt idx="256">
                  <c:v>5.0</c:v>
                </c:pt>
                <c:pt idx="257">
                  <c:v>1.0</c:v>
                </c:pt>
                <c:pt idx="258">
                  <c:v>2.0</c:v>
                </c:pt>
                <c:pt idx="259">
                  <c:v>4.0</c:v>
                </c:pt>
                <c:pt idx="260">
                  <c:v>2.0</c:v>
                </c:pt>
                <c:pt idx="261">
                  <c:v>5.0</c:v>
                </c:pt>
                <c:pt idx="262">
                  <c:v>4.0</c:v>
                </c:pt>
                <c:pt idx="263">
                  <c:v>4.0</c:v>
                </c:pt>
                <c:pt idx="264">
                  <c:v>1.0</c:v>
                </c:pt>
                <c:pt idx="265">
                  <c:v>1.0</c:v>
                </c:pt>
                <c:pt idx="266">
                  <c:v>4.0</c:v>
                </c:pt>
                <c:pt idx="267">
                  <c:v>5.0</c:v>
                </c:pt>
                <c:pt idx="268">
                  <c:v>2.0</c:v>
                </c:pt>
                <c:pt idx="269">
                  <c:v>4.0</c:v>
                </c:pt>
                <c:pt idx="270">
                  <c:v>4.0</c:v>
                </c:pt>
                <c:pt idx="271">
                  <c:v>1.0</c:v>
                </c:pt>
                <c:pt idx="272">
                  <c:v>2.0</c:v>
                </c:pt>
                <c:pt idx="273">
                  <c:v>2.0</c:v>
                </c:pt>
                <c:pt idx="274">
                  <c:v>2.0</c:v>
                </c:pt>
                <c:pt idx="275">
                  <c:v>2.0</c:v>
                </c:pt>
                <c:pt idx="276">
                  <c:v>2.0</c:v>
                </c:pt>
                <c:pt idx="277">
                  <c:v>5.0</c:v>
                </c:pt>
                <c:pt idx="278">
                  <c:v>5.0</c:v>
                </c:pt>
                <c:pt idx="279">
                  <c:v>3.0</c:v>
                </c:pt>
                <c:pt idx="280">
                  <c:v>3.0</c:v>
                </c:pt>
                <c:pt idx="281">
                  <c:v>4.0</c:v>
                </c:pt>
                <c:pt idx="282">
                  <c:v>4.0</c:v>
                </c:pt>
                <c:pt idx="283">
                  <c:v>4.0</c:v>
                </c:pt>
                <c:pt idx="284">
                  <c:v>5.0</c:v>
                </c:pt>
                <c:pt idx="285">
                  <c:v>1.0</c:v>
                </c:pt>
                <c:pt idx="286">
                  <c:v>3.0</c:v>
                </c:pt>
                <c:pt idx="287">
                  <c:v>4.0</c:v>
                </c:pt>
                <c:pt idx="288">
                  <c:v>4.0</c:v>
                </c:pt>
                <c:pt idx="289">
                  <c:v>4.0</c:v>
                </c:pt>
                <c:pt idx="290">
                  <c:v>3.0</c:v>
                </c:pt>
                <c:pt idx="291">
                  <c:v>2.0</c:v>
                </c:pt>
                <c:pt idx="292">
                  <c:v>1.0</c:v>
                </c:pt>
                <c:pt idx="293">
                  <c:v>4.0</c:v>
                </c:pt>
                <c:pt idx="294">
                  <c:v>2.0</c:v>
                </c:pt>
                <c:pt idx="295">
                  <c:v>5.0</c:v>
                </c:pt>
                <c:pt idx="296">
                  <c:v>5.0</c:v>
                </c:pt>
                <c:pt idx="297">
                  <c:v>2.0</c:v>
                </c:pt>
                <c:pt idx="298">
                  <c:v>4.0</c:v>
                </c:pt>
                <c:pt idx="299">
                  <c:v>1.0</c:v>
                </c:pt>
                <c:pt idx="300">
                  <c:v>1.0</c:v>
                </c:pt>
                <c:pt idx="301">
                  <c:v>1.0</c:v>
                </c:pt>
                <c:pt idx="302">
                  <c:v>3.0</c:v>
                </c:pt>
                <c:pt idx="303">
                  <c:v>1.0</c:v>
                </c:pt>
                <c:pt idx="304">
                  <c:v>5.0</c:v>
                </c:pt>
                <c:pt idx="305">
                  <c:v>4.0</c:v>
                </c:pt>
                <c:pt idx="306">
                  <c:v>2.0</c:v>
                </c:pt>
                <c:pt idx="307">
                  <c:v>3.0</c:v>
                </c:pt>
                <c:pt idx="308">
                  <c:v>3.0</c:v>
                </c:pt>
                <c:pt idx="309">
                  <c:v>4.0</c:v>
                </c:pt>
                <c:pt idx="310">
                  <c:v>3.0</c:v>
                </c:pt>
                <c:pt idx="311">
                  <c:v>5.0</c:v>
                </c:pt>
                <c:pt idx="312">
                  <c:v>5.0</c:v>
                </c:pt>
                <c:pt idx="313">
                  <c:v>2.0</c:v>
                </c:pt>
                <c:pt idx="314">
                  <c:v>4.0</c:v>
                </c:pt>
                <c:pt idx="315">
                  <c:v>5.0</c:v>
                </c:pt>
                <c:pt idx="316">
                  <c:v>4.0</c:v>
                </c:pt>
                <c:pt idx="317">
                  <c:v>2.0</c:v>
                </c:pt>
                <c:pt idx="318">
                  <c:v>3.0</c:v>
                </c:pt>
                <c:pt idx="319">
                  <c:v>2.0</c:v>
                </c:pt>
                <c:pt idx="320">
                  <c:v>1.0</c:v>
                </c:pt>
                <c:pt idx="321">
                  <c:v>4.0</c:v>
                </c:pt>
                <c:pt idx="322">
                  <c:v>5.0</c:v>
                </c:pt>
                <c:pt idx="323">
                  <c:v>1.0</c:v>
                </c:pt>
                <c:pt idx="324">
                  <c:v>3.0</c:v>
                </c:pt>
                <c:pt idx="325">
                  <c:v>3.0</c:v>
                </c:pt>
                <c:pt idx="326">
                  <c:v>5.0</c:v>
                </c:pt>
                <c:pt idx="327">
                  <c:v>1.0</c:v>
                </c:pt>
                <c:pt idx="328">
                  <c:v>5.0</c:v>
                </c:pt>
                <c:pt idx="329">
                  <c:v>4.0</c:v>
                </c:pt>
                <c:pt idx="330">
                  <c:v>5.0</c:v>
                </c:pt>
                <c:pt idx="331">
                  <c:v>3.0</c:v>
                </c:pt>
                <c:pt idx="332">
                  <c:v>5.0</c:v>
                </c:pt>
                <c:pt idx="333">
                  <c:v>1.0</c:v>
                </c:pt>
                <c:pt idx="334">
                  <c:v>4.0</c:v>
                </c:pt>
                <c:pt idx="335">
                  <c:v>3.0</c:v>
                </c:pt>
                <c:pt idx="336">
                  <c:v>1.0</c:v>
                </c:pt>
                <c:pt idx="337">
                  <c:v>3.0</c:v>
                </c:pt>
                <c:pt idx="338">
                  <c:v>5.0</c:v>
                </c:pt>
                <c:pt idx="339">
                  <c:v>2.0</c:v>
                </c:pt>
                <c:pt idx="340">
                  <c:v>5.0</c:v>
                </c:pt>
                <c:pt idx="341">
                  <c:v>1.0</c:v>
                </c:pt>
                <c:pt idx="342">
                  <c:v>5.0</c:v>
                </c:pt>
                <c:pt idx="343">
                  <c:v>1.0</c:v>
                </c:pt>
                <c:pt idx="344">
                  <c:v>3.0</c:v>
                </c:pt>
                <c:pt idx="345">
                  <c:v>5.0</c:v>
                </c:pt>
                <c:pt idx="346">
                  <c:v>1.0</c:v>
                </c:pt>
                <c:pt idx="347">
                  <c:v>4.0</c:v>
                </c:pt>
                <c:pt idx="348">
                  <c:v>3.0</c:v>
                </c:pt>
                <c:pt idx="349">
                  <c:v>1.0</c:v>
                </c:pt>
                <c:pt idx="350">
                  <c:v>2.0</c:v>
                </c:pt>
                <c:pt idx="351">
                  <c:v>1.0</c:v>
                </c:pt>
                <c:pt idx="352">
                  <c:v>5.0</c:v>
                </c:pt>
                <c:pt idx="353">
                  <c:v>1.0</c:v>
                </c:pt>
                <c:pt idx="354">
                  <c:v>1.0</c:v>
                </c:pt>
                <c:pt idx="355">
                  <c:v>3.0</c:v>
                </c:pt>
                <c:pt idx="356">
                  <c:v>5.0</c:v>
                </c:pt>
                <c:pt idx="357">
                  <c:v>5.0</c:v>
                </c:pt>
                <c:pt idx="358">
                  <c:v>2.0</c:v>
                </c:pt>
                <c:pt idx="359">
                  <c:v>4.0</c:v>
                </c:pt>
                <c:pt idx="360">
                  <c:v>4.0</c:v>
                </c:pt>
                <c:pt idx="361">
                  <c:v>5.0</c:v>
                </c:pt>
                <c:pt idx="362">
                  <c:v>4.0</c:v>
                </c:pt>
                <c:pt idx="363">
                  <c:v>5.0</c:v>
                </c:pt>
                <c:pt idx="364">
                  <c:v>5.0</c:v>
                </c:pt>
                <c:pt idx="365">
                  <c:v>1.0</c:v>
                </c:pt>
                <c:pt idx="366">
                  <c:v>3.0</c:v>
                </c:pt>
                <c:pt idx="367">
                  <c:v>5.0</c:v>
                </c:pt>
                <c:pt idx="368">
                  <c:v>3.0</c:v>
                </c:pt>
                <c:pt idx="369">
                  <c:v>5.0</c:v>
                </c:pt>
                <c:pt idx="370">
                  <c:v>1.0</c:v>
                </c:pt>
                <c:pt idx="371">
                  <c:v>5.0</c:v>
                </c:pt>
                <c:pt idx="372">
                  <c:v>3.0</c:v>
                </c:pt>
                <c:pt idx="373">
                  <c:v>3.0</c:v>
                </c:pt>
                <c:pt idx="374">
                  <c:v>1.0</c:v>
                </c:pt>
                <c:pt idx="375">
                  <c:v>4.0</c:v>
                </c:pt>
                <c:pt idx="376">
                  <c:v>5.0</c:v>
                </c:pt>
                <c:pt idx="377">
                  <c:v>1.0</c:v>
                </c:pt>
                <c:pt idx="378">
                  <c:v>5.0</c:v>
                </c:pt>
                <c:pt idx="379">
                  <c:v>3.0</c:v>
                </c:pt>
                <c:pt idx="380">
                  <c:v>4.0</c:v>
                </c:pt>
                <c:pt idx="381">
                  <c:v>1.0</c:v>
                </c:pt>
                <c:pt idx="382">
                  <c:v>4.0</c:v>
                </c:pt>
                <c:pt idx="383">
                  <c:v>4.0</c:v>
                </c:pt>
                <c:pt idx="384">
                  <c:v>3.0</c:v>
                </c:pt>
                <c:pt idx="385">
                  <c:v>5.0</c:v>
                </c:pt>
                <c:pt idx="386">
                  <c:v>1.0</c:v>
                </c:pt>
                <c:pt idx="387">
                  <c:v>2.0</c:v>
                </c:pt>
                <c:pt idx="388">
                  <c:v>3.0</c:v>
                </c:pt>
                <c:pt idx="389">
                  <c:v>4.0</c:v>
                </c:pt>
                <c:pt idx="390">
                  <c:v>5.0</c:v>
                </c:pt>
                <c:pt idx="391">
                  <c:v>2.0</c:v>
                </c:pt>
                <c:pt idx="392">
                  <c:v>1.0</c:v>
                </c:pt>
                <c:pt idx="393">
                  <c:v>1.0</c:v>
                </c:pt>
                <c:pt idx="394">
                  <c:v>5.0</c:v>
                </c:pt>
                <c:pt idx="395">
                  <c:v>3.0</c:v>
                </c:pt>
                <c:pt idx="396">
                  <c:v>5.0</c:v>
                </c:pt>
                <c:pt idx="397">
                  <c:v>1.0</c:v>
                </c:pt>
                <c:pt idx="398">
                  <c:v>5.0</c:v>
                </c:pt>
                <c:pt idx="399">
                  <c:v>5.0</c:v>
                </c:pt>
                <c:pt idx="400">
                  <c:v>4.0</c:v>
                </c:pt>
                <c:pt idx="401">
                  <c:v>1.0</c:v>
                </c:pt>
                <c:pt idx="402">
                  <c:v>5.0</c:v>
                </c:pt>
                <c:pt idx="403">
                  <c:v>1.0</c:v>
                </c:pt>
                <c:pt idx="404">
                  <c:v>2.0</c:v>
                </c:pt>
                <c:pt idx="405">
                  <c:v>4.0</c:v>
                </c:pt>
                <c:pt idx="406">
                  <c:v>4.0</c:v>
                </c:pt>
                <c:pt idx="407">
                  <c:v>4.0</c:v>
                </c:pt>
                <c:pt idx="408">
                  <c:v>3.0</c:v>
                </c:pt>
                <c:pt idx="409">
                  <c:v>5.0</c:v>
                </c:pt>
                <c:pt idx="410">
                  <c:v>2.0</c:v>
                </c:pt>
                <c:pt idx="411">
                  <c:v>2.0</c:v>
                </c:pt>
                <c:pt idx="412">
                  <c:v>5.0</c:v>
                </c:pt>
                <c:pt idx="413">
                  <c:v>1.0</c:v>
                </c:pt>
                <c:pt idx="414">
                  <c:v>2.0</c:v>
                </c:pt>
                <c:pt idx="415">
                  <c:v>1.0</c:v>
                </c:pt>
                <c:pt idx="416">
                  <c:v>2.0</c:v>
                </c:pt>
                <c:pt idx="417">
                  <c:v>5.0</c:v>
                </c:pt>
                <c:pt idx="418">
                  <c:v>1.0</c:v>
                </c:pt>
                <c:pt idx="419">
                  <c:v>2.0</c:v>
                </c:pt>
                <c:pt idx="420">
                  <c:v>1.0</c:v>
                </c:pt>
                <c:pt idx="421">
                  <c:v>2.0</c:v>
                </c:pt>
                <c:pt idx="422">
                  <c:v>4.0</c:v>
                </c:pt>
                <c:pt idx="423">
                  <c:v>4.0</c:v>
                </c:pt>
                <c:pt idx="424">
                  <c:v>5.0</c:v>
                </c:pt>
                <c:pt idx="425">
                  <c:v>2.0</c:v>
                </c:pt>
                <c:pt idx="426">
                  <c:v>5.0</c:v>
                </c:pt>
                <c:pt idx="427">
                  <c:v>1.0</c:v>
                </c:pt>
                <c:pt idx="428">
                  <c:v>4.0</c:v>
                </c:pt>
                <c:pt idx="429">
                  <c:v>4.0</c:v>
                </c:pt>
                <c:pt idx="430">
                  <c:v>1.0</c:v>
                </c:pt>
                <c:pt idx="431">
                  <c:v>1.0</c:v>
                </c:pt>
                <c:pt idx="432">
                  <c:v>2.0</c:v>
                </c:pt>
                <c:pt idx="433">
                  <c:v>3.0</c:v>
                </c:pt>
                <c:pt idx="434">
                  <c:v>5.0</c:v>
                </c:pt>
                <c:pt idx="435">
                  <c:v>1.0</c:v>
                </c:pt>
                <c:pt idx="436">
                  <c:v>4.0</c:v>
                </c:pt>
                <c:pt idx="437">
                  <c:v>1.0</c:v>
                </c:pt>
                <c:pt idx="438">
                  <c:v>3.0</c:v>
                </c:pt>
                <c:pt idx="439">
                  <c:v>1.0</c:v>
                </c:pt>
                <c:pt idx="440">
                  <c:v>4.0</c:v>
                </c:pt>
                <c:pt idx="441">
                  <c:v>2.0</c:v>
                </c:pt>
                <c:pt idx="442">
                  <c:v>5.0</c:v>
                </c:pt>
                <c:pt idx="443">
                  <c:v>2.0</c:v>
                </c:pt>
                <c:pt idx="444">
                  <c:v>1.0</c:v>
                </c:pt>
                <c:pt idx="445">
                  <c:v>1.0</c:v>
                </c:pt>
                <c:pt idx="446">
                  <c:v>5.0</c:v>
                </c:pt>
                <c:pt idx="447">
                  <c:v>2.0</c:v>
                </c:pt>
                <c:pt idx="448">
                  <c:v>2.0</c:v>
                </c:pt>
                <c:pt idx="449">
                  <c:v>3.0</c:v>
                </c:pt>
                <c:pt idx="450">
                  <c:v>5.0</c:v>
                </c:pt>
                <c:pt idx="451">
                  <c:v>1.0</c:v>
                </c:pt>
                <c:pt idx="452">
                  <c:v>1.0</c:v>
                </c:pt>
                <c:pt idx="453">
                  <c:v>1.0</c:v>
                </c:pt>
                <c:pt idx="454">
                  <c:v>1.0</c:v>
                </c:pt>
                <c:pt idx="455">
                  <c:v>1.0</c:v>
                </c:pt>
                <c:pt idx="456">
                  <c:v>5.0</c:v>
                </c:pt>
                <c:pt idx="457">
                  <c:v>4.0</c:v>
                </c:pt>
                <c:pt idx="458">
                  <c:v>4.0</c:v>
                </c:pt>
                <c:pt idx="459">
                  <c:v>1.0</c:v>
                </c:pt>
                <c:pt idx="460">
                  <c:v>1.0</c:v>
                </c:pt>
                <c:pt idx="461">
                  <c:v>1.0</c:v>
                </c:pt>
                <c:pt idx="462">
                  <c:v>1.0</c:v>
                </c:pt>
                <c:pt idx="463">
                  <c:v>5.0</c:v>
                </c:pt>
                <c:pt idx="464">
                  <c:v>4.0</c:v>
                </c:pt>
                <c:pt idx="465">
                  <c:v>5.0</c:v>
                </c:pt>
                <c:pt idx="466">
                  <c:v>1.0</c:v>
                </c:pt>
                <c:pt idx="467">
                  <c:v>1.0</c:v>
                </c:pt>
                <c:pt idx="468">
                  <c:v>1.0</c:v>
                </c:pt>
                <c:pt idx="469">
                  <c:v>5.0</c:v>
                </c:pt>
                <c:pt idx="470">
                  <c:v>4.0</c:v>
                </c:pt>
                <c:pt idx="471">
                  <c:v>5.0</c:v>
                </c:pt>
                <c:pt idx="472">
                  <c:v>3.0</c:v>
                </c:pt>
                <c:pt idx="473">
                  <c:v>2.0</c:v>
                </c:pt>
                <c:pt idx="474">
                  <c:v>3.0</c:v>
                </c:pt>
                <c:pt idx="475">
                  <c:v>2.0</c:v>
                </c:pt>
                <c:pt idx="476">
                  <c:v>2.0</c:v>
                </c:pt>
                <c:pt idx="477">
                  <c:v>2.0</c:v>
                </c:pt>
                <c:pt idx="478">
                  <c:v>3.0</c:v>
                </c:pt>
                <c:pt idx="479">
                  <c:v>4.0</c:v>
                </c:pt>
                <c:pt idx="480">
                  <c:v>1.0</c:v>
                </c:pt>
                <c:pt idx="481">
                  <c:v>4.0</c:v>
                </c:pt>
                <c:pt idx="482">
                  <c:v>3.0</c:v>
                </c:pt>
                <c:pt idx="483">
                  <c:v>5.0</c:v>
                </c:pt>
                <c:pt idx="484">
                  <c:v>4.0</c:v>
                </c:pt>
                <c:pt idx="485">
                  <c:v>3.0</c:v>
                </c:pt>
                <c:pt idx="486">
                  <c:v>4.0</c:v>
                </c:pt>
                <c:pt idx="487">
                  <c:v>3.0</c:v>
                </c:pt>
                <c:pt idx="488">
                  <c:v>1.0</c:v>
                </c:pt>
                <c:pt idx="489">
                  <c:v>3.0</c:v>
                </c:pt>
                <c:pt idx="490">
                  <c:v>5.0</c:v>
                </c:pt>
                <c:pt idx="491">
                  <c:v>5.0</c:v>
                </c:pt>
                <c:pt idx="492">
                  <c:v>5.0</c:v>
                </c:pt>
                <c:pt idx="493">
                  <c:v>1.0</c:v>
                </c:pt>
                <c:pt idx="494">
                  <c:v>3.0</c:v>
                </c:pt>
                <c:pt idx="495">
                  <c:v>4.0</c:v>
                </c:pt>
                <c:pt idx="496">
                  <c:v>3.0</c:v>
                </c:pt>
                <c:pt idx="497">
                  <c:v>3.0</c:v>
                </c:pt>
                <c:pt idx="498">
                  <c:v>4.0</c:v>
                </c:pt>
                <c:pt idx="499">
                  <c:v>3.0</c:v>
                </c:pt>
                <c:pt idx="500">
                  <c:v>5.0</c:v>
                </c:pt>
                <c:pt idx="501">
                  <c:v>4.0</c:v>
                </c:pt>
                <c:pt idx="502">
                  <c:v>3.0</c:v>
                </c:pt>
                <c:pt idx="503">
                  <c:v>3.0</c:v>
                </c:pt>
                <c:pt idx="504">
                  <c:v>2.0</c:v>
                </c:pt>
                <c:pt idx="505">
                  <c:v>2.0</c:v>
                </c:pt>
                <c:pt idx="506">
                  <c:v>2.0</c:v>
                </c:pt>
                <c:pt idx="507">
                  <c:v>1.0</c:v>
                </c:pt>
                <c:pt idx="508">
                  <c:v>1.0</c:v>
                </c:pt>
                <c:pt idx="509">
                  <c:v>2.0</c:v>
                </c:pt>
                <c:pt idx="510">
                  <c:v>1.0</c:v>
                </c:pt>
                <c:pt idx="511">
                  <c:v>5.0</c:v>
                </c:pt>
                <c:pt idx="512">
                  <c:v>3.0</c:v>
                </c:pt>
                <c:pt idx="513">
                  <c:v>3.0</c:v>
                </c:pt>
                <c:pt idx="514">
                  <c:v>3.0</c:v>
                </c:pt>
                <c:pt idx="515">
                  <c:v>3.0</c:v>
                </c:pt>
                <c:pt idx="516">
                  <c:v>3.0</c:v>
                </c:pt>
                <c:pt idx="517">
                  <c:v>4.0</c:v>
                </c:pt>
                <c:pt idx="518">
                  <c:v>4.0</c:v>
                </c:pt>
                <c:pt idx="519">
                  <c:v>4.0</c:v>
                </c:pt>
                <c:pt idx="520">
                  <c:v>3.0</c:v>
                </c:pt>
                <c:pt idx="521">
                  <c:v>1.0</c:v>
                </c:pt>
                <c:pt idx="522">
                  <c:v>1.0</c:v>
                </c:pt>
                <c:pt idx="523">
                  <c:v>4.0</c:v>
                </c:pt>
                <c:pt idx="524">
                  <c:v>1.0</c:v>
                </c:pt>
                <c:pt idx="525">
                  <c:v>1.0</c:v>
                </c:pt>
                <c:pt idx="526">
                  <c:v>2.0</c:v>
                </c:pt>
                <c:pt idx="527">
                  <c:v>5.0</c:v>
                </c:pt>
                <c:pt idx="528">
                  <c:v>1.0</c:v>
                </c:pt>
                <c:pt idx="529">
                  <c:v>2.0</c:v>
                </c:pt>
                <c:pt idx="530">
                  <c:v>4.0</c:v>
                </c:pt>
                <c:pt idx="531">
                  <c:v>5.0</c:v>
                </c:pt>
                <c:pt idx="532">
                  <c:v>2.0</c:v>
                </c:pt>
                <c:pt idx="533">
                  <c:v>1.0</c:v>
                </c:pt>
                <c:pt idx="534">
                  <c:v>3.0</c:v>
                </c:pt>
                <c:pt idx="535">
                  <c:v>3.0</c:v>
                </c:pt>
                <c:pt idx="536">
                  <c:v>1.0</c:v>
                </c:pt>
                <c:pt idx="537">
                  <c:v>3.0</c:v>
                </c:pt>
                <c:pt idx="538">
                  <c:v>3.0</c:v>
                </c:pt>
                <c:pt idx="539">
                  <c:v>3.0</c:v>
                </c:pt>
                <c:pt idx="540">
                  <c:v>5.0</c:v>
                </c:pt>
                <c:pt idx="541">
                  <c:v>5.0</c:v>
                </c:pt>
                <c:pt idx="542">
                  <c:v>1.0</c:v>
                </c:pt>
                <c:pt idx="543">
                  <c:v>5.0</c:v>
                </c:pt>
                <c:pt idx="544">
                  <c:v>5.0</c:v>
                </c:pt>
                <c:pt idx="545">
                  <c:v>2.0</c:v>
                </c:pt>
                <c:pt idx="546">
                  <c:v>1.0</c:v>
                </c:pt>
                <c:pt idx="547">
                  <c:v>1.0</c:v>
                </c:pt>
                <c:pt idx="548">
                  <c:v>3.0</c:v>
                </c:pt>
                <c:pt idx="549">
                  <c:v>4.0</c:v>
                </c:pt>
                <c:pt idx="550">
                  <c:v>4.0</c:v>
                </c:pt>
                <c:pt idx="551">
                  <c:v>1.0</c:v>
                </c:pt>
                <c:pt idx="552">
                  <c:v>4.0</c:v>
                </c:pt>
                <c:pt idx="553">
                  <c:v>2.0</c:v>
                </c:pt>
                <c:pt idx="554">
                  <c:v>2.0</c:v>
                </c:pt>
                <c:pt idx="555">
                  <c:v>1.0</c:v>
                </c:pt>
                <c:pt idx="556">
                  <c:v>1.0</c:v>
                </c:pt>
                <c:pt idx="557">
                  <c:v>1.0</c:v>
                </c:pt>
                <c:pt idx="558">
                  <c:v>4.0</c:v>
                </c:pt>
                <c:pt idx="559">
                  <c:v>3.0</c:v>
                </c:pt>
                <c:pt idx="560">
                  <c:v>4.0</c:v>
                </c:pt>
                <c:pt idx="561">
                  <c:v>2.0</c:v>
                </c:pt>
                <c:pt idx="562">
                  <c:v>3.0</c:v>
                </c:pt>
                <c:pt idx="563">
                  <c:v>1.0</c:v>
                </c:pt>
                <c:pt idx="564">
                  <c:v>5.0</c:v>
                </c:pt>
                <c:pt idx="565">
                  <c:v>5.0</c:v>
                </c:pt>
                <c:pt idx="566">
                  <c:v>4.0</c:v>
                </c:pt>
                <c:pt idx="567">
                  <c:v>5.0</c:v>
                </c:pt>
                <c:pt idx="568">
                  <c:v>2.0</c:v>
                </c:pt>
                <c:pt idx="569">
                  <c:v>5.0</c:v>
                </c:pt>
                <c:pt idx="570">
                  <c:v>2.0</c:v>
                </c:pt>
                <c:pt idx="571">
                  <c:v>1.0</c:v>
                </c:pt>
                <c:pt idx="572">
                  <c:v>1.0</c:v>
                </c:pt>
                <c:pt idx="573">
                  <c:v>5.0</c:v>
                </c:pt>
                <c:pt idx="574">
                  <c:v>5.0</c:v>
                </c:pt>
                <c:pt idx="575">
                  <c:v>5.0</c:v>
                </c:pt>
                <c:pt idx="576">
                  <c:v>5.0</c:v>
                </c:pt>
                <c:pt idx="577">
                  <c:v>4.0</c:v>
                </c:pt>
                <c:pt idx="578">
                  <c:v>5.0</c:v>
                </c:pt>
                <c:pt idx="579">
                  <c:v>2.0</c:v>
                </c:pt>
                <c:pt idx="580">
                  <c:v>2.0</c:v>
                </c:pt>
                <c:pt idx="581">
                  <c:v>1.0</c:v>
                </c:pt>
                <c:pt idx="582">
                  <c:v>3.0</c:v>
                </c:pt>
                <c:pt idx="583">
                  <c:v>3.0</c:v>
                </c:pt>
                <c:pt idx="584">
                  <c:v>4.0</c:v>
                </c:pt>
                <c:pt idx="585">
                  <c:v>4.0</c:v>
                </c:pt>
                <c:pt idx="586">
                  <c:v>1.0</c:v>
                </c:pt>
                <c:pt idx="587">
                  <c:v>5.0</c:v>
                </c:pt>
                <c:pt idx="588">
                  <c:v>4.0</c:v>
                </c:pt>
                <c:pt idx="589">
                  <c:v>2.0</c:v>
                </c:pt>
                <c:pt idx="590">
                  <c:v>2.0</c:v>
                </c:pt>
                <c:pt idx="591">
                  <c:v>1.0</c:v>
                </c:pt>
                <c:pt idx="592">
                  <c:v>3.0</c:v>
                </c:pt>
                <c:pt idx="593">
                  <c:v>1.0</c:v>
                </c:pt>
                <c:pt idx="594">
                  <c:v>5.0</c:v>
                </c:pt>
                <c:pt idx="595">
                  <c:v>2.0</c:v>
                </c:pt>
                <c:pt idx="596">
                  <c:v>3.0</c:v>
                </c:pt>
                <c:pt idx="597">
                  <c:v>2.0</c:v>
                </c:pt>
                <c:pt idx="598">
                  <c:v>5.0</c:v>
                </c:pt>
                <c:pt idx="599">
                  <c:v>3.0</c:v>
                </c:pt>
                <c:pt idx="600">
                  <c:v>1.0</c:v>
                </c:pt>
                <c:pt idx="601">
                  <c:v>5.0</c:v>
                </c:pt>
                <c:pt idx="602">
                  <c:v>4.0</c:v>
                </c:pt>
                <c:pt idx="603">
                  <c:v>1.0</c:v>
                </c:pt>
                <c:pt idx="604">
                  <c:v>3.0</c:v>
                </c:pt>
                <c:pt idx="605">
                  <c:v>2.0</c:v>
                </c:pt>
                <c:pt idx="606">
                  <c:v>3.0</c:v>
                </c:pt>
                <c:pt idx="607">
                  <c:v>4.0</c:v>
                </c:pt>
                <c:pt idx="608">
                  <c:v>5.0</c:v>
                </c:pt>
                <c:pt idx="609">
                  <c:v>3.0</c:v>
                </c:pt>
                <c:pt idx="610">
                  <c:v>5.0</c:v>
                </c:pt>
                <c:pt idx="611">
                  <c:v>1.0</c:v>
                </c:pt>
                <c:pt idx="612">
                  <c:v>3.0</c:v>
                </c:pt>
                <c:pt idx="613">
                  <c:v>2.0</c:v>
                </c:pt>
                <c:pt idx="614">
                  <c:v>1.0</c:v>
                </c:pt>
                <c:pt idx="615">
                  <c:v>5.0</c:v>
                </c:pt>
                <c:pt idx="616">
                  <c:v>3.0</c:v>
                </c:pt>
                <c:pt idx="617">
                  <c:v>3.0</c:v>
                </c:pt>
                <c:pt idx="618">
                  <c:v>1.0</c:v>
                </c:pt>
                <c:pt idx="619">
                  <c:v>1.0</c:v>
                </c:pt>
                <c:pt idx="620">
                  <c:v>3.0</c:v>
                </c:pt>
                <c:pt idx="621">
                  <c:v>5.0</c:v>
                </c:pt>
                <c:pt idx="622">
                  <c:v>5.0</c:v>
                </c:pt>
                <c:pt idx="623">
                  <c:v>3.0</c:v>
                </c:pt>
                <c:pt idx="624">
                  <c:v>5.0</c:v>
                </c:pt>
                <c:pt idx="625">
                  <c:v>1.0</c:v>
                </c:pt>
                <c:pt idx="626">
                  <c:v>2.0</c:v>
                </c:pt>
                <c:pt idx="627">
                  <c:v>3.0</c:v>
                </c:pt>
                <c:pt idx="628">
                  <c:v>5.0</c:v>
                </c:pt>
                <c:pt idx="629">
                  <c:v>3.0</c:v>
                </c:pt>
                <c:pt idx="630">
                  <c:v>5.0</c:v>
                </c:pt>
                <c:pt idx="631">
                  <c:v>3.0</c:v>
                </c:pt>
                <c:pt idx="632">
                  <c:v>5.0</c:v>
                </c:pt>
                <c:pt idx="633">
                  <c:v>5.0</c:v>
                </c:pt>
                <c:pt idx="634">
                  <c:v>2.0</c:v>
                </c:pt>
                <c:pt idx="635">
                  <c:v>3.0</c:v>
                </c:pt>
                <c:pt idx="636">
                  <c:v>4.0</c:v>
                </c:pt>
                <c:pt idx="637">
                  <c:v>4.0</c:v>
                </c:pt>
                <c:pt idx="638">
                  <c:v>4.0</c:v>
                </c:pt>
                <c:pt idx="639">
                  <c:v>1.0</c:v>
                </c:pt>
                <c:pt idx="640">
                  <c:v>2.0</c:v>
                </c:pt>
                <c:pt idx="641">
                  <c:v>4.0</c:v>
                </c:pt>
                <c:pt idx="642">
                  <c:v>5.0</c:v>
                </c:pt>
                <c:pt idx="643">
                  <c:v>1.0</c:v>
                </c:pt>
                <c:pt idx="644">
                  <c:v>2.0</c:v>
                </c:pt>
                <c:pt idx="645">
                  <c:v>2.0</c:v>
                </c:pt>
                <c:pt idx="646">
                  <c:v>4.0</c:v>
                </c:pt>
                <c:pt idx="647">
                  <c:v>3.0</c:v>
                </c:pt>
                <c:pt idx="648">
                  <c:v>2.0</c:v>
                </c:pt>
                <c:pt idx="649">
                  <c:v>2.0</c:v>
                </c:pt>
                <c:pt idx="650">
                  <c:v>2.0</c:v>
                </c:pt>
                <c:pt idx="651">
                  <c:v>3.0</c:v>
                </c:pt>
                <c:pt idx="652">
                  <c:v>5.0</c:v>
                </c:pt>
                <c:pt idx="653">
                  <c:v>3.0</c:v>
                </c:pt>
                <c:pt idx="654">
                  <c:v>3.0</c:v>
                </c:pt>
                <c:pt idx="655">
                  <c:v>2.0</c:v>
                </c:pt>
                <c:pt idx="656">
                  <c:v>2.0</c:v>
                </c:pt>
                <c:pt idx="657">
                  <c:v>4.0</c:v>
                </c:pt>
                <c:pt idx="658">
                  <c:v>2.0</c:v>
                </c:pt>
                <c:pt idx="659">
                  <c:v>2.0</c:v>
                </c:pt>
                <c:pt idx="660">
                  <c:v>2.0</c:v>
                </c:pt>
                <c:pt idx="661">
                  <c:v>3.0</c:v>
                </c:pt>
                <c:pt idx="662">
                  <c:v>3.0</c:v>
                </c:pt>
                <c:pt idx="663">
                  <c:v>1.0</c:v>
                </c:pt>
                <c:pt idx="664">
                  <c:v>4.0</c:v>
                </c:pt>
                <c:pt idx="665">
                  <c:v>4.0</c:v>
                </c:pt>
                <c:pt idx="666">
                  <c:v>4.0</c:v>
                </c:pt>
                <c:pt idx="667">
                  <c:v>1.0</c:v>
                </c:pt>
                <c:pt idx="668">
                  <c:v>2.0</c:v>
                </c:pt>
                <c:pt idx="669">
                  <c:v>1.0</c:v>
                </c:pt>
                <c:pt idx="670">
                  <c:v>4.0</c:v>
                </c:pt>
                <c:pt idx="671">
                  <c:v>5.0</c:v>
                </c:pt>
                <c:pt idx="672">
                  <c:v>2.0</c:v>
                </c:pt>
                <c:pt idx="673">
                  <c:v>2.0</c:v>
                </c:pt>
                <c:pt idx="674">
                  <c:v>4.0</c:v>
                </c:pt>
                <c:pt idx="675">
                  <c:v>3.0</c:v>
                </c:pt>
                <c:pt idx="676">
                  <c:v>2.0</c:v>
                </c:pt>
                <c:pt idx="677">
                  <c:v>5.0</c:v>
                </c:pt>
                <c:pt idx="678">
                  <c:v>3.0</c:v>
                </c:pt>
                <c:pt idx="679">
                  <c:v>3.0</c:v>
                </c:pt>
                <c:pt idx="680">
                  <c:v>3.0</c:v>
                </c:pt>
                <c:pt idx="681">
                  <c:v>1.0</c:v>
                </c:pt>
                <c:pt idx="682">
                  <c:v>3.0</c:v>
                </c:pt>
                <c:pt idx="683">
                  <c:v>4.0</c:v>
                </c:pt>
                <c:pt idx="684">
                  <c:v>4.0</c:v>
                </c:pt>
                <c:pt idx="685">
                  <c:v>1.0</c:v>
                </c:pt>
                <c:pt idx="686">
                  <c:v>3.0</c:v>
                </c:pt>
                <c:pt idx="687">
                  <c:v>1.0</c:v>
                </c:pt>
                <c:pt idx="688">
                  <c:v>4.0</c:v>
                </c:pt>
                <c:pt idx="689">
                  <c:v>2.0</c:v>
                </c:pt>
                <c:pt idx="690">
                  <c:v>1.0</c:v>
                </c:pt>
                <c:pt idx="691">
                  <c:v>3.0</c:v>
                </c:pt>
                <c:pt idx="692">
                  <c:v>5.0</c:v>
                </c:pt>
                <c:pt idx="693">
                  <c:v>1.0</c:v>
                </c:pt>
                <c:pt idx="694">
                  <c:v>4.0</c:v>
                </c:pt>
                <c:pt idx="695">
                  <c:v>5.0</c:v>
                </c:pt>
                <c:pt idx="696">
                  <c:v>4.0</c:v>
                </c:pt>
                <c:pt idx="697">
                  <c:v>5.0</c:v>
                </c:pt>
                <c:pt idx="698">
                  <c:v>2.0</c:v>
                </c:pt>
                <c:pt idx="699">
                  <c:v>3.0</c:v>
                </c:pt>
                <c:pt idx="700">
                  <c:v>2.0</c:v>
                </c:pt>
                <c:pt idx="701">
                  <c:v>3.0</c:v>
                </c:pt>
                <c:pt idx="702">
                  <c:v>3.0</c:v>
                </c:pt>
                <c:pt idx="703">
                  <c:v>1.0</c:v>
                </c:pt>
                <c:pt idx="704">
                  <c:v>4.0</c:v>
                </c:pt>
                <c:pt idx="705">
                  <c:v>2.0</c:v>
                </c:pt>
                <c:pt idx="706">
                  <c:v>5.0</c:v>
                </c:pt>
                <c:pt idx="707">
                  <c:v>4.0</c:v>
                </c:pt>
                <c:pt idx="708">
                  <c:v>1.0</c:v>
                </c:pt>
                <c:pt idx="709">
                  <c:v>1.0</c:v>
                </c:pt>
                <c:pt idx="710">
                  <c:v>5.0</c:v>
                </c:pt>
                <c:pt idx="711">
                  <c:v>2.0</c:v>
                </c:pt>
                <c:pt idx="712">
                  <c:v>2.0</c:v>
                </c:pt>
                <c:pt idx="713">
                  <c:v>4.0</c:v>
                </c:pt>
                <c:pt idx="714">
                  <c:v>1.0</c:v>
                </c:pt>
                <c:pt idx="715">
                  <c:v>3.0</c:v>
                </c:pt>
                <c:pt idx="716">
                  <c:v>3.0</c:v>
                </c:pt>
                <c:pt idx="717">
                  <c:v>3.0</c:v>
                </c:pt>
                <c:pt idx="718">
                  <c:v>4.0</c:v>
                </c:pt>
                <c:pt idx="719">
                  <c:v>2.0</c:v>
                </c:pt>
                <c:pt idx="720">
                  <c:v>5.0</c:v>
                </c:pt>
                <c:pt idx="721">
                  <c:v>2.0</c:v>
                </c:pt>
                <c:pt idx="722">
                  <c:v>1.0</c:v>
                </c:pt>
                <c:pt idx="723">
                  <c:v>3.0</c:v>
                </c:pt>
                <c:pt idx="724">
                  <c:v>3.0</c:v>
                </c:pt>
                <c:pt idx="725">
                  <c:v>2.0</c:v>
                </c:pt>
                <c:pt idx="726">
                  <c:v>4.0</c:v>
                </c:pt>
                <c:pt idx="727">
                  <c:v>5.0</c:v>
                </c:pt>
                <c:pt idx="728">
                  <c:v>4.0</c:v>
                </c:pt>
                <c:pt idx="729">
                  <c:v>4.0</c:v>
                </c:pt>
                <c:pt idx="730">
                  <c:v>1.0</c:v>
                </c:pt>
                <c:pt idx="731">
                  <c:v>5.0</c:v>
                </c:pt>
                <c:pt idx="732">
                  <c:v>1.0</c:v>
                </c:pt>
                <c:pt idx="733">
                  <c:v>4.0</c:v>
                </c:pt>
                <c:pt idx="734">
                  <c:v>4.0</c:v>
                </c:pt>
                <c:pt idx="735">
                  <c:v>4.0</c:v>
                </c:pt>
                <c:pt idx="736">
                  <c:v>5.0</c:v>
                </c:pt>
                <c:pt idx="737">
                  <c:v>4.0</c:v>
                </c:pt>
                <c:pt idx="738">
                  <c:v>2.0</c:v>
                </c:pt>
                <c:pt idx="739">
                  <c:v>4.0</c:v>
                </c:pt>
                <c:pt idx="740">
                  <c:v>2.0</c:v>
                </c:pt>
                <c:pt idx="741">
                  <c:v>5.0</c:v>
                </c:pt>
                <c:pt idx="742">
                  <c:v>3.0</c:v>
                </c:pt>
                <c:pt idx="743">
                  <c:v>1.0</c:v>
                </c:pt>
                <c:pt idx="744">
                  <c:v>2.0</c:v>
                </c:pt>
                <c:pt idx="745">
                  <c:v>4.0</c:v>
                </c:pt>
                <c:pt idx="746">
                  <c:v>3.0</c:v>
                </c:pt>
                <c:pt idx="747">
                  <c:v>2.0</c:v>
                </c:pt>
                <c:pt idx="748">
                  <c:v>3.0</c:v>
                </c:pt>
                <c:pt idx="749">
                  <c:v>1.0</c:v>
                </c:pt>
                <c:pt idx="750">
                  <c:v>4.0</c:v>
                </c:pt>
                <c:pt idx="751">
                  <c:v>2.0</c:v>
                </c:pt>
                <c:pt idx="752">
                  <c:v>4.0</c:v>
                </c:pt>
                <c:pt idx="753">
                  <c:v>2.0</c:v>
                </c:pt>
                <c:pt idx="754">
                  <c:v>2.0</c:v>
                </c:pt>
                <c:pt idx="755">
                  <c:v>3.0</c:v>
                </c:pt>
                <c:pt idx="756">
                  <c:v>1.0</c:v>
                </c:pt>
                <c:pt idx="757">
                  <c:v>1.0</c:v>
                </c:pt>
                <c:pt idx="758">
                  <c:v>3.0</c:v>
                </c:pt>
                <c:pt idx="759">
                  <c:v>3.0</c:v>
                </c:pt>
                <c:pt idx="760">
                  <c:v>1.0</c:v>
                </c:pt>
                <c:pt idx="761">
                  <c:v>4.0</c:v>
                </c:pt>
                <c:pt idx="762">
                  <c:v>3.0</c:v>
                </c:pt>
                <c:pt idx="763">
                  <c:v>1.0</c:v>
                </c:pt>
                <c:pt idx="764">
                  <c:v>5.0</c:v>
                </c:pt>
                <c:pt idx="765">
                  <c:v>2.0</c:v>
                </c:pt>
                <c:pt idx="766">
                  <c:v>2.0</c:v>
                </c:pt>
                <c:pt idx="767">
                  <c:v>2.0</c:v>
                </c:pt>
                <c:pt idx="768">
                  <c:v>5.0</c:v>
                </c:pt>
                <c:pt idx="769">
                  <c:v>4.0</c:v>
                </c:pt>
                <c:pt idx="770">
                  <c:v>1.0</c:v>
                </c:pt>
                <c:pt idx="771">
                  <c:v>3.0</c:v>
                </c:pt>
                <c:pt idx="772">
                  <c:v>1.0</c:v>
                </c:pt>
                <c:pt idx="773">
                  <c:v>2.0</c:v>
                </c:pt>
                <c:pt idx="774">
                  <c:v>3.0</c:v>
                </c:pt>
                <c:pt idx="775">
                  <c:v>2.0</c:v>
                </c:pt>
                <c:pt idx="776">
                  <c:v>1.0</c:v>
                </c:pt>
                <c:pt idx="777">
                  <c:v>5.0</c:v>
                </c:pt>
                <c:pt idx="778">
                  <c:v>4.0</c:v>
                </c:pt>
                <c:pt idx="779">
                  <c:v>3.0</c:v>
                </c:pt>
                <c:pt idx="780">
                  <c:v>4.0</c:v>
                </c:pt>
                <c:pt idx="781">
                  <c:v>5.0</c:v>
                </c:pt>
                <c:pt idx="782">
                  <c:v>2.0</c:v>
                </c:pt>
                <c:pt idx="783">
                  <c:v>1.0</c:v>
                </c:pt>
                <c:pt idx="784">
                  <c:v>1.0</c:v>
                </c:pt>
                <c:pt idx="785">
                  <c:v>1.0</c:v>
                </c:pt>
                <c:pt idx="786">
                  <c:v>5.0</c:v>
                </c:pt>
                <c:pt idx="787">
                  <c:v>4.0</c:v>
                </c:pt>
                <c:pt idx="788">
                  <c:v>2.0</c:v>
                </c:pt>
                <c:pt idx="789">
                  <c:v>5.0</c:v>
                </c:pt>
                <c:pt idx="790">
                  <c:v>4.0</c:v>
                </c:pt>
                <c:pt idx="791">
                  <c:v>4.0</c:v>
                </c:pt>
                <c:pt idx="792">
                  <c:v>2.0</c:v>
                </c:pt>
                <c:pt idx="793">
                  <c:v>5.0</c:v>
                </c:pt>
                <c:pt idx="794">
                  <c:v>4.0</c:v>
                </c:pt>
                <c:pt idx="795">
                  <c:v>4.0</c:v>
                </c:pt>
                <c:pt idx="796">
                  <c:v>3.0</c:v>
                </c:pt>
                <c:pt idx="797">
                  <c:v>2.0</c:v>
                </c:pt>
                <c:pt idx="798">
                  <c:v>5.0</c:v>
                </c:pt>
                <c:pt idx="799">
                  <c:v>4.0</c:v>
                </c:pt>
                <c:pt idx="800">
                  <c:v>1.0</c:v>
                </c:pt>
                <c:pt idx="801">
                  <c:v>4.0</c:v>
                </c:pt>
                <c:pt idx="802">
                  <c:v>5.0</c:v>
                </c:pt>
                <c:pt idx="803">
                  <c:v>5.0</c:v>
                </c:pt>
                <c:pt idx="804">
                  <c:v>3.0</c:v>
                </c:pt>
                <c:pt idx="805">
                  <c:v>5.0</c:v>
                </c:pt>
                <c:pt idx="806">
                  <c:v>5.0</c:v>
                </c:pt>
                <c:pt idx="807">
                  <c:v>3.0</c:v>
                </c:pt>
                <c:pt idx="808">
                  <c:v>3.0</c:v>
                </c:pt>
                <c:pt idx="809">
                  <c:v>5.0</c:v>
                </c:pt>
                <c:pt idx="810">
                  <c:v>1.0</c:v>
                </c:pt>
                <c:pt idx="811">
                  <c:v>2.0</c:v>
                </c:pt>
                <c:pt idx="812">
                  <c:v>2.0</c:v>
                </c:pt>
                <c:pt idx="813">
                  <c:v>5.0</c:v>
                </c:pt>
                <c:pt idx="814">
                  <c:v>4.0</c:v>
                </c:pt>
                <c:pt idx="815">
                  <c:v>3.0</c:v>
                </c:pt>
                <c:pt idx="816">
                  <c:v>5.0</c:v>
                </c:pt>
                <c:pt idx="817">
                  <c:v>4.0</c:v>
                </c:pt>
                <c:pt idx="818">
                  <c:v>4.0</c:v>
                </c:pt>
                <c:pt idx="819">
                  <c:v>2.0</c:v>
                </c:pt>
                <c:pt idx="820">
                  <c:v>5.0</c:v>
                </c:pt>
                <c:pt idx="821">
                  <c:v>4.0</c:v>
                </c:pt>
                <c:pt idx="822">
                  <c:v>1.0</c:v>
                </c:pt>
                <c:pt idx="823">
                  <c:v>4.0</c:v>
                </c:pt>
                <c:pt idx="824">
                  <c:v>3.0</c:v>
                </c:pt>
                <c:pt idx="825">
                  <c:v>5.0</c:v>
                </c:pt>
                <c:pt idx="826">
                  <c:v>3.0</c:v>
                </c:pt>
                <c:pt idx="827">
                  <c:v>2.0</c:v>
                </c:pt>
                <c:pt idx="828">
                  <c:v>4.0</c:v>
                </c:pt>
                <c:pt idx="829">
                  <c:v>1.0</c:v>
                </c:pt>
                <c:pt idx="830">
                  <c:v>4.0</c:v>
                </c:pt>
                <c:pt idx="831">
                  <c:v>2.0</c:v>
                </c:pt>
                <c:pt idx="832">
                  <c:v>5.0</c:v>
                </c:pt>
                <c:pt idx="833">
                  <c:v>5.0</c:v>
                </c:pt>
                <c:pt idx="834">
                  <c:v>5.0</c:v>
                </c:pt>
                <c:pt idx="835">
                  <c:v>1.0</c:v>
                </c:pt>
                <c:pt idx="836">
                  <c:v>1.0</c:v>
                </c:pt>
                <c:pt idx="837">
                  <c:v>5.0</c:v>
                </c:pt>
                <c:pt idx="838">
                  <c:v>4.0</c:v>
                </c:pt>
                <c:pt idx="839">
                  <c:v>3.0</c:v>
                </c:pt>
                <c:pt idx="840">
                  <c:v>3.0</c:v>
                </c:pt>
                <c:pt idx="841">
                  <c:v>2.0</c:v>
                </c:pt>
                <c:pt idx="842">
                  <c:v>3.0</c:v>
                </c:pt>
                <c:pt idx="843">
                  <c:v>3.0</c:v>
                </c:pt>
                <c:pt idx="844">
                  <c:v>1.0</c:v>
                </c:pt>
                <c:pt idx="845">
                  <c:v>3.0</c:v>
                </c:pt>
                <c:pt idx="846">
                  <c:v>2.0</c:v>
                </c:pt>
                <c:pt idx="847">
                  <c:v>4.0</c:v>
                </c:pt>
                <c:pt idx="848">
                  <c:v>2.0</c:v>
                </c:pt>
                <c:pt idx="849">
                  <c:v>4.0</c:v>
                </c:pt>
                <c:pt idx="850">
                  <c:v>3.0</c:v>
                </c:pt>
                <c:pt idx="851">
                  <c:v>1.0</c:v>
                </c:pt>
                <c:pt idx="852">
                  <c:v>3.0</c:v>
                </c:pt>
                <c:pt idx="853">
                  <c:v>3.0</c:v>
                </c:pt>
                <c:pt idx="854">
                  <c:v>3.0</c:v>
                </c:pt>
                <c:pt idx="855">
                  <c:v>5.0</c:v>
                </c:pt>
                <c:pt idx="856">
                  <c:v>1.0</c:v>
                </c:pt>
                <c:pt idx="857">
                  <c:v>3.0</c:v>
                </c:pt>
                <c:pt idx="858">
                  <c:v>5.0</c:v>
                </c:pt>
                <c:pt idx="859">
                  <c:v>5.0</c:v>
                </c:pt>
                <c:pt idx="860">
                  <c:v>1.0</c:v>
                </c:pt>
                <c:pt idx="861">
                  <c:v>5.0</c:v>
                </c:pt>
                <c:pt idx="862">
                  <c:v>3.0</c:v>
                </c:pt>
                <c:pt idx="863">
                  <c:v>1.0</c:v>
                </c:pt>
                <c:pt idx="864">
                  <c:v>1.0</c:v>
                </c:pt>
                <c:pt idx="865">
                  <c:v>4.0</c:v>
                </c:pt>
                <c:pt idx="866">
                  <c:v>5.0</c:v>
                </c:pt>
                <c:pt idx="867">
                  <c:v>4.0</c:v>
                </c:pt>
                <c:pt idx="868">
                  <c:v>4.0</c:v>
                </c:pt>
                <c:pt idx="869">
                  <c:v>2.0</c:v>
                </c:pt>
                <c:pt idx="870">
                  <c:v>4.0</c:v>
                </c:pt>
                <c:pt idx="871">
                  <c:v>3.0</c:v>
                </c:pt>
                <c:pt idx="872">
                  <c:v>4.0</c:v>
                </c:pt>
                <c:pt idx="873">
                  <c:v>3.0</c:v>
                </c:pt>
                <c:pt idx="874">
                  <c:v>2.0</c:v>
                </c:pt>
                <c:pt idx="875">
                  <c:v>5.0</c:v>
                </c:pt>
                <c:pt idx="876">
                  <c:v>5.0</c:v>
                </c:pt>
                <c:pt idx="877">
                  <c:v>1.0</c:v>
                </c:pt>
                <c:pt idx="878">
                  <c:v>2.0</c:v>
                </c:pt>
                <c:pt idx="879">
                  <c:v>2.0</c:v>
                </c:pt>
                <c:pt idx="880">
                  <c:v>4.0</c:v>
                </c:pt>
                <c:pt idx="881">
                  <c:v>2.0</c:v>
                </c:pt>
                <c:pt idx="882">
                  <c:v>2.0</c:v>
                </c:pt>
                <c:pt idx="883">
                  <c:v>5.0</c:v>
                </c:pt>
                <c:pt idx="884">
                  <c:v>1.0</c:v>
                </c:pt>
                <c:pt idx="885">
                  <c:v>4.0</c:v>
                </c:pt>
                <c:pt idx="886">
                  <c:v>1.0</c:v>
                </c:pt>
                <c:pt idx="887">
                  <c:v>3.0</c:v>
                </c:pt>
                <c:pt idx="888">
                  <c:v>2.0</c:v>
                </c:pt>
                <c:pt idx="889">
                  <c:v>5.0</c:v>
                </c:pt>
                <c:pt idx="890">
                  <c:v>3.0</c:v>
                </c:pt>
                <c:pt idx="891">
                  <c:v>3.0</c:v>
                </c:pt>
                <c:pt idx="892">
                  <c:v>1.0</c:v>
                </c:pt>
                <c:pt idx="893">
                  <c:v>1.0</c:v>
                </c:pt>
                <c:pt idx="894">
                  <c:v>3.0</c:v>
                </c:pt>
                <c:pt idx="895">
                  <c:v>3.0</c:v>
                </c:pt>
                <c:pt idx="896">
                  <c:v>3.0</c:v>
                </c:pt>
                <c:pt idx="897">
                  <c:v>4.0</c:v>
                </c:pt>
                <c:pt idx="898">
                  <c:v>3.0</c:v>
                </c:pt>
                <c:pt idx="899">
                  <c:v>2.0</c:v>
                </c:pt>
                <c:pt idx="900">
                  <c:v>5.0</c:v>
                </c:pt>
                <c:pt idx="901">
                  <c:v>1.0</c:v>
                </c:pt>
                <c:pt idx="902">
                  <c:v>4.0</c:v>
                </c:pt>
                <c:pt idx="903">
                  <c:v>3.0</c:v>
                </c:pt>
                <c:pt idx="904">
                  <c:v>4.0</c:v>
                </c:pt>
                <c:pt idx="905">
                  <c:v>1.0</c:v>
                </c:pt>
                <c:pt idx="906">
                  <c:v>1.0</c:v>
                </c:pt>
                <c:pt idx="907">
                  <c:v>5.0</c:v>
                </c:pt>
                <c:pt idx="908">
                  <c:v>2.0</c:v>
                </c:pt>
                <c:pt idx="909">
                  <c:v>2.0</c:v>
                </c:pt>
                <c:pt idx="910">
                  <c:v>3.0</c:v>
                </c:pt>
                <c:pt idx="911">
                  <c:v>5.0</c:v>
                </c:pt>
                <c:pt idx="912">
                  <c:v>2.0</c:v>
                </c:pt>
                <c:pt idx="913">
                  <c:v>5.0</c:v>
                </c:pt>
                <c:pt idx="914">
                  <c:v>1.0</c:v>
                </c:pt>
                <c:pt idx="915">
                  <c:v>4.0</c:v>
                </c:pt>
                <c:pt idx="916">
                  <c:v>5.0</c:v>
                </c:pt>
                <c:pt idx="917">
                  <c:v>5.0</c:v>
                </c:pt>
                <c:pt idx="918">
                  <c:v>5.0</c:v>
                </c:pt>
                <c:pt idx="919">
                  <c:v>2.0</c:v>
                </c:pt>
                <c:pt idx="920">
                  <c:v>2.0</c:v>
                </c:pt>
                <c:pt idx="921">
                  <c:v>1.0</c:v>
                </c:pt>
                <c:pt idx="922">
                  <c:v>2.0</c:v>
                </c:pt>
                <c:pt idx="923">
                  <c:v>3.0</c:v>
                </c:pt>
                <c:pt idx="924">
                  <c:v>5.0</c:v>
                </c:pt>
                <c:pt idx="925">
                  <c:v>5.0</c:v>
                </c:pt>
                <c:pt idx="926">
                  <c:v>1.0</c:v>
                </c:pt>
                <c:pt idx="927">
                  <c:v>4.0</c:v>
                </c:pt>
                <c:pt idx="928">
                  <c:v>3.0</c:v>
                </c:pt>
                <c:pt idx="929">
                  <c:v>2.0</c:v>
                </c:pt>
                <c:pt idx="930">
                  <c:v>2.0</c:v>
                </c:pt>
                <c:pt idx="931">
                  <c:v>2.0</c:v>
                </c:pt>
                <c:pt idx="932">
                  <c:v>2.0</c:v>
                </c:pt>
                <c:pt idx="933">
                  <c:v>2.0</c:v>
                </c:pt>
                <c:pt idx="934">
                  <c:v>4.0</c:v>
                </c:pt>
                <c:pt idx="935">
                  <c:v>3.0</c:v>
                </c:pt>
                <c:pt idx="936">
                  <c:v>4.0</c:v>
                </c:pt>
                <c:pt idx="937">
                  <c:v>2.0</c:v>
                </c:pt>
                <c:pt idx="938">
                  <c:v>3.0</c:v>
                </c:pt>
                <c:pt idx="939">
                  <c:v>2.0</c:v>
                </c:pt>
                <c:pt idx="940">
                  <c:v>4.0</c:v>
                </c:pt>
                <c:pt idx="941">
                  <c:v>5.0</c:v>
                </c:pt>
                <c:pt idx="942">
                  <c:v>1.0</c:v>
                </c:pt>
                <c:pt idx="943">
                  <c:v>3.0</c:v>
                </c:pt>
                <c:pt idx="944">
                  <c:v>2.0</c:v>
                </c:pt>
                <c:pt idx="945">
                  <c:v>5.0</c:v>
                </c:pt>
                <c:pt idx="946">
                  <c:v>2.0</c:v>
                </c:pt>
                <c:pt idx="947">
                  <c:v>4.0</c:v>
                </c:pt>
                <c:pt idx="948">
                  <c:v>2.0</c:v>
                </c:pt>
                <c:pt idx="949">
                  <c:v>5.0</c:v>
                </c:pt>
                <c:pt idx="950">
                  <c:v>1.0</c:v>
                </c:pt>
                <c:pt idx="951">
                  <c:v>2.0</c:v>
                </c:pt>
                <c:pt idx="952">
                  <c:v>3.0</c:v>
                </c:pt>
                <c:pt idx="953">
                  <c:v>1.0</c:v>
                </c:pt>
                <c:pt idx="954">
                  <c:v>3.0</c:v>
                </c:pt>
                <c:pt idx="955">
                  <c:v>1.0</c:v>
                </c:pt>
                <c:pt idx="956">
                  <c:v>2.0</c:v>
                </c:pt>
                <c:pt idx="957">
                  <c:v>5.0</c:v>
                </c:pt>
                <c:pt idx="958">
                  <c:v>3.0</c:v>
                </c:pt>
                <c:pt idx="959">
                  <c:v>2.0</c:v>
                </c:pt>
                <c:pt idx="960">
                  <c:v>3.0</c:v>
                </c:pt>
                <c:pt idx="961">
                  <c:v>1.0</c:v>
                </c:pt>
                <c:pt idx="962">
                  <c:v>2.0</c:v>
                </c:pt>
                <c:pt idx="963">
                  <c:v>5.0</c:v>
                </c:pt>
                <c:pt idx="964">
                  <c:v>5.0</c:v>
                </c:pt>
                <c:pt idx="965">
                  <c:v>4.0</c:v>
                </c:pt>
                <c:pt idx="966">
                  <c:v>5.0</c:v>
                </c:pt>
                <c:pt idx="967">
                  <c:v>5.0</c:v>
                </c:pt>
                <c:pt idx="968">
                  <c:v>4.0</c:v>
                </c:pt>
                <c:pt idx="969">
                  <c:v>1.0</c:v>
                </c:pt>
                <c:pt idx="970">
                  <c:v>1.0</c:v>
                </c:pt>
                <c:pt idx="971">
                  <c:v>2.0</c:v>
                </c:pt>
                <c:pt idx="972">
                  <c:v>1.0</c:v>
                </c:pt>
                <c:pt idx="973">
                  <c:v>5.0</c:v>
                </c:pt>
                <c:pt idx="974">
                  <c:v>5.0</c:v>
                </c:pt>
                <c:pt idx="975">
                  <c:v>1.0</c:v>
                </c:pt>
                <c:pt idx="976">
                  <c:v>3.0</c:v>
                </c:pt>
                <c:pt idx="977">
                  <c:v>4.0</c:v>
                </c:pt>
                <c:pt idx="978">
                  <c:v>4.0</c:v>
                </c:pt>
                <c:pt idx="979">
                  <c:v>3.0</c:v>
                </c:pt>
                <c:pt idx="980">
                  <c:v>3.0</c:v>
                </c:pt>
                <c:pt idx="981">
                  <c:v>4.0</c:v>
                </c:pt>
                <c:pt idx="982">
                  <c:v>1.0</c:v>
                </c:pt>
                <c:pt idx="983">
                  <c:v>4.0</c:v>
                </c:pt>
                <c:pt idx="984">
                  <c:v>1.0</c:v>
                </c:pt>
                <c:pt idx="985">
                  <c:v>1.0</c:v>
                </c:pt>
                <c:pt idx="986">
                  <c:v>4.0</c:v>
                </c:pt>
                <c:pt idx="987">
                  <c:v>5.0</c:v>
                </c:pt>
                <c:pt idx="988">
                  <c:v>2.0</c:v>
                </c:pt>
                <c:pt idx="989">
                  <c:v>4.0</c:v>
                </c:pt>
                <c:pt idx="990">
                  <c:v>2.0</c:v>
                </c:pt>
                <c:pt idx="991">
                  <c:v>5.0</c:v>
                </c:pt>
                <c:pt idx="992">
                  <c:v>3.0</c:v>
                </c:pt>
                <c:pt idx="993">
                  <c:v>3.0</c:v>
                </c:pt>
                <c:pt idx="994">
                  <c:v>4.0</c:v>
                </c:pt>
                <c:pt idx="995">
                  <c:v>2.0</c:v>
                </c:pt>
                <c:pt idx="996">
                  <c:v>4.0</c:v>
                </c:pt>
                <c:pt idx="997">
                  <c:v>3.0</c:v>
                </c:pt>
                <c:pt idx="998">
                  <c:v>2.0</c:v>
                </c:pt>
                <c:pt idx="999">
                  <c:v>1.0</c:v>
                </c:pt>
                <c:pt idx="1000">
                  <c:v>5.0</c:v>
                </c:pt>
                <c:pt idx="1001">
                  <c:v>2.0</c:v>
                </c:pt>
                <c:pt idx="1002">
                  <c:v>4.0</c:v>
                </c:pt>
                <c:pt idx="1003">
                  <c:v>5.0</c:v>
                </c:pt>
                <c:pt idx="1004">
                  <c:v>4.0</c:v>
                </c:pt>
                <c:pt idx="1005">
                  <c:v>3.0</c:v>
                </c:pt>
                <c:pt idx="1006">
                  <c:v>5.0</c:v>
                </c:pt>
                <c:pt idx="1007">
                  <c:v>2.0</c:v>
                </c:pt>
                <c:pt idx="1008">
                  <c:v>3.0</c:v>
                </c:pt>
                <c:pt idx="1009">
                  <c:v>2.0</c:v>
                </c:pt>
                <c:pt idx="1010">
                  <c:v>3.0</c:v>
                </c:pt>
                <c:pt idx="1011">
                  <c:v>2.0</c:v>
                </c:pt>
                <c:pt idx="1012">
                  <c:v>4.0</c:v>
                </c:pt>
                <c:pt idx="1013">
                  <c:v>4.0</c:v>
                </c:pt>
                <c:pt idx="1014">
                  <c:v>5.0</c:v>
                </c:pt>
                <c:pt idx="1015">
                  <c:v>2.0</c:v>
                </c:pt>
                <c:pt idx="1016">
                  <c:v>5.0</c:v>
                </c:pt>
                <c:pt idx="1017">
                  <c:v>2.0</c:v>
                </c:pt>
                <c:pt idx="1018">
                  <c:v>3.0</c:v>
                </c:pt>
                <c:pt idx="1019">
                  <c:v>1.0</c:v>
                </c:pt>
                <c:pt idx="1020">
                  <c:v>2.0</c:v>
                </c:pt>
                <c:pt idx="1021">
                  <c:v>3.0</c:v>
                </c:pt>
                <c:pt idx="1022">
                  <c:v>3.0</c:v>
                </c:pt>
                <c:pt idx="1023">
                  <c:v>5.0</c:v>
                </c:pt>
                <c:pt idx="1024">
                  <c:v>3.0</c:v>
                </c:pt>
                <c:pt idx="1025">
                  <c:v>1.0</c:v>
                </c:pt>
                <c:pt idx="1026">
                  <c:v>1.0</c:v>
                </c:pt>
                <c:pt idx="1027">
                  <c:v>4.0</c:v>
                </c:pt>
                <c:pt idx="1028">
                  <c:v>4.0</c:v>
                </c:pt>
                <c:pt idx="1029">
                  <c:v>1.0</c:v>
                </c:pt>
                <c:pt idx="1030">
                  <c:v>4.0</c:v>
                </c:pt>
                <c:pt idx="1031">
                  <c:v>5.0</c:v>
                </c:pt>
                <c:pt idx="1032">
                  <c:v>1.0</c:v>
                </c:pt>
                <c:pt idx="1033">
                  <c:v>1.0</c:v>
                </c:pt>
                <c:pt idx="1034">
                  <c:v>4.0</c:v>
                </c:pt>
                <c:pt idx="1035">
                  <c:v>4.0</c:v>
                </c:pt>
                <c:pt idx="1036">
                  <c:v>3.0</c:v>
                </c:pt>
                <c:pt idx="1037">
                  <c:v>1.0</c:v>
                </c:pt>
                <c:pt idx="1038">
                  <c:v>3.0</c:v>
                </c:pt>
                <c:pt idx="1039">
                  <c:v>2.0</c:v>
                </c:pt>
                <c:pt idx="1040">
                  <c:v>1.0</c:v>
                </c:pt>
                <c:pt idx="1041">
                  <c:v>4.0</c:v>
                </c:pt>
                <c:pt idx="1042">
                  <c:v>2.0</c:v>
                </c:pt>
                <c:pt idx="1043">
                  <c:v>2.0</c:v>
                </c:pt>
                <c:pt idx="1044">
                  <c:v>1.0</c:v>
                </c:pt>
                <c:pt idx="1045">
                  <c:v>5.0</c:v>
                </c:pt>
                <c:pt idx="1046">
                  <c:v>3.0</c:v>
                </c:pt>
                <c:pt idx="1047">
                  <c:v>4.0</c:v>
                </c:pt>
                <c:pt idx="1048">
                  <c:v>4.0</c:v>
                </c:pt>
                <c:pt idx="1049">
                  <c:v>5.0</c:v>
                </c:pt>
                <c:pt idx="1050">
                  <c:v>5.0</c:v>
                </c:pt>
                <c:pt idx="1051">
                  <c:v>5.0</c:v>
                </c:pt>
                <c:pt idx="1052">
                  <c:v>1.0</c:v>
                </c:pt>
                <c:pt idx="1053">
                  <c:v>2.0</c:v>
                </c:pt>
                <c:pt idx="1054">
                  <c:v>1.0</c:v>
                </c:pt>
                <c:pt idx="1055">
                  <c:v>4.0</c:v>
                </c:pt>
                <c:pt idx="1056">
                  <c:v>2.0</c:v>
                </c:pt>
                <c:pt idx="1057">
                  <c:v>3.0</c:v>
                </c:pt>
                <c:pt idx="1058">
                  <c:v>2.0</c:v>
                </c:pt>
                <c:pt idx="1059">
                  <c:v>1.0</c:v>
                </c:pt>
                <c:pt idx="1060">
                  <c:v>2.0</c:v>
                </c:pt>
                <c:pt idx="1061">
                  <c:v>5.0</c:v>
                </c:pt>
                <c:pt idx="1062">
                  <c:v>5.0</c:v>
                </c:pt>
                <c:pt idx="1063">
                  <c:v>2.0</c:v>
                </c:pt>
                <c:pt idx="1064">
                  <c:v>4.0</c:v>
                </c:pt>
                <c:pt idx="1065">
                  <c:v>5.0</c:v>
                </c:pt>
                <c:pt idx="1066">
                  <c:v>1.0</c:v>
                </c:pt>
                <c:pt idx="1067">
                  <c:v>2.0</c:v>
                </c:pt>
                <c:pt idx="1068">
                  <c:v>1.0</c:v>
                </c:pt>
                <c:pt idx="1069">
                  <c:v>1.0</c:v>
                </c:pt>
                <c:pt idx="1070">
                  <c:v>4.0</c:v>
                </c:pt>
                <c:pt idx="1071">
                  <c:v>2.0</c:v>
                </c:pt>
                <c:pt idx="1072">
                  <c:v>1.0</c:v>
                </c:pt>
                <c:pt idx="1073">
                  <c:v>4.0</c:v>
                </c:pt>
                <c:pt idx="1074">
                  <c:v>1.0</c:v>
                </c:pt>
                <c:pt idx="1075">
                  <c:v>2.0</c:v>
                </c:pt>
                <c:pt idx="1076">
                  <c:v>4.0</c:v>
                </c:pt>
                <c:pt idx="1077">
                  <c:v>3.0</c:v>
                </c:pt>
                <c:pt idx="1078">
                  <c:v>1.0</c:v>
                </c:pt>
                <c:pt idx="1079">
                  <c:v>5.0</c:v>
                </c:pt>
                <c:pt idx="1080">
                  <c:v>5.0</c:v>
                </c:pt>
                <c:pt idx="1081">
                  <c:v>4.0</c:v>
                </c:pt>
                <c:pt idx="1082">
                  <c:v>3.0</c:v>
                </c:pt>
                <c:pt idx="1083">
                  <c:v>1.0</c:v>
                </c:pt>
                <c:pt idx="1084">
                  <c:v>1.0</c:v>
                </c:pt>
                <c:pt idx="1085">
                  <c:v>2.0</c:v>
                </c:pt>
                <c:pt idx="1086">
                  <c:v>2.0</c:v>
                </c:pt>
                <c:pt idx="1087">
                  <c:v>4.0</c:v>
                </c:pt>
                <c:pt idx="1088">
                  <c:v>3.0</c:v>
                </c:pt>
                <c:pt idx="1089">
                  <c:v>2.0</c:v>
                </c:pt>
                <c:pt idx="1090">
                  <c:v>2.0</c:v>
                </c:pt>
                <c:pt idx="1091">
                  <c:v>3.0</c:v>
                </c:pt>
                <c:pt idx="1092">
                  <c:v>5.0</c:v>
                </c:pt>
                <c:pt idx="1093">
                  <c:v>4.0</c:v>
                </c:pt>
                <c:pt idx="1094">
                  <c:v>4.0</c:v>
                </c:pt>
                <c:pt idx="1095">
                  <c:v>2.0</c:v>
                </c:pt>
                <c:pt idx="1096">
                  <c:v>2.0</c:v>
                </c:pt>
                <c:pt idx="1097">
                  <c:v>5.0</c:v>
                </c:pt>
                <c:pt idx="1098">
                  <c:v>4.0</c:v>
                </c:pt>
                <c:pt idx="1099">
                  <c:v>2.0</c:v>
                </c:pt>
                <c:pt idx="1100">
                  <c:v>5.0</c:v>
                </c:pt>
                <c:pt idx="1101">
                  <c:v>3.0</c:v>
                </c:pt>
                <c:pt idx="1102">
                  <c:v>4.0</c:v>
                </c:pt>
                <c:pt idx="1103">
                  <c:v>4.0</c:v>
                </c:pt>
                <c:pt idx="1104">
                  <c:v>4.0</c:v>
                </c:pt>
                <c:pt idx="1105">
                  <c:v>3.0</c:v>
                </c:pt>
                <c:pt idx="1106">
                  <c:v>1.0</c:v>
                </c:pt>
                <c:pt idx="1107">
                  <c:v>2.0</c:v>
                </c:pt>
                <c:pt idx="1108">
                  <c:v>1.0</c:v>
                </c:pt>
                <c:pt idx="1109">
                  <c:v>4.0</c:v>
                </c:pt>
                <c:pt idx="1110">
                  <c:v>3.0</c:v>
                </c:pt>
                <c:pt idx="1111">
                  <c:v>4.0</c:v>
                </c:pt>
                <c:pt idx="1112">
                  <c:v>1.0</c:v>
                </c:pt>
                <c:pt idx="1113">
                  <c:v>4.0</c:v>
                </c:pt>
                <c:pt idx="1114">
                  <c:v>3.0</c:v>
                </c:pt>
                <c:pt idx="1115">
                  <c:v>2.0</c:v>
                </c:pt>
                <c:pt idx="1116">
                  <c:v>2.0</c:v>
                </c:pt>
                <c:pt idx="1117">
                  <c:v>3.0</c:v>
                </c:pt>
                <c:pt idx="1118">
                  <c:v>3.0</c:v>
                </c:pt>
                <c:pt idx="1119">
                  <c:v>1.0</c:v>
                </c:pt>
                <c:pt idx="1120">
                  <c:v>1.0</c:v>
                </c:pt>
                <c:pt idx="1121">
                  <c:v>3.0</c:v>
                </c:pt>
                <c:pt idx="1122">
                  <c:v>5.0</c:v>
                </c:pt>
                <c:pt idx="1123">
                  <c:v>3.0</c:v>
                </c:pt>
                <c:pt idx="1124">
                  <c:v>4.0</c:v>
                </c:pt>
                <c:pt idx="1125">
                  <c:v>4.0</c:v>
                </c:pt>
                <c:pt idx="1126">
                  <c:v>5.0</c:v>
                </c:pt>
                <c:pt idx="1127">
                  <c:v>3.0</c:v>
                </c:pt>
                <c:pt idx="1128">
                  <c:v>3.0</c:v>
                </c:pt>
                <c:pt idx="1129">
                  <c:v>4.0</c:v>
                </c:pt>
                <c:pt idx="1130">
                  <c:v>2.0</c:v>
                </c:pt>
                <c:pt idx="1131">
                  <c:v>1.0</c:v>
                </c:pt>
                <c:pt idx="1132">
                  <c:v>2.0</c:v>
                </c:pt>
                <c:pt idx="1133">
                  <c:v>2.0</c:v>
                </c:pt>
                <c:pt idx="1134">
                  <c:v>4.0</c:v>
                </c:pt>
                <c:pt idx="1135">
                  <c:v>2.0</c:v>
                </c:pt>
                <c:pt idx="1136">
                  <c:v>3.0</c:v>
                </c:pt>
                <c:pt idx="1137">
                  <c:v>4.0</c:v>
                </c:pt>
                <c:pt idx="1138">
                  <c:v>4.0</c:v>
                </c:pt>
                <c:pt idx="1139">
                  <c:v>3.0</c:v>
                </c:pt>
                <c:pt idx="1140">
                  <c:v>2.0</c:v>
                </c:pt>
                <c:pt idx="1141">
                  <c:v>3.0</c:v>
                </c:pt>
                <c:pt idx="1142">
                  <c:v>4.0</c:v>
                </c:pt>
                <c:pt idx="1143">
                  <c:v>1.0</c:v>
                </c:pt>
                <c:pt idx="1144">
                  <c:v>5.0</c:v>
                </c:pt>
                <c:pt idx="1145">
                  <c:v>3.0</c:v>
                </c:pt>
                <c:pt idx="1146">
                  <c:v>5.0</c:v>
                </c:pt>
                <c:pt idx="1147">
                  <c:v>2.0</c:v>
                </c:pt>
                <c:pt idx="1148">
                  <c:v>1.0</c:v>
                </c:pt>
                <c:pt idx="1149">
                  <c:v>2.0</c:v>
                </c:pt>
                <c:pt idx="1150">
                  <c:v>4.0</c:v>
                </c:pt>
                <c:pt idx="1151">
                  <c:v>2.0</c:v>
                </c:pt>
                <c:pt idx="1152">
                  <c:v>2.0</c:v>
                </c:pt>
                <c:pt idx="1153">
                  <c:v>4.0</c:v>
                </c:pt>
                <c:pt idx="1154">
                  <c:v>3.0</c:v>
                </c:pt>
                <c:pt idx="1155">
                  <c:v>4.0</c:v>
                </c:pt>
                <c:pt idx="1156">
                  <c:v>4.0</c:v>
                </c:pt>
                <c:pt idx="1157">
                  <c:v>3.0</c:v>
                </c:pt>
                <c:pt idx="1158">
                  <c:v>4.0</c:v>
                </c:pt>
                <c:pt idx="1159">
                  <c:v>4.0</c:v>
                </c:pt>
                <c:pt idx="1160">
                  <c:v>1.0</c:v>
                </c:pt>
                <c:pt idx="1161">
                  <c:v>1.0</c:v>
                </c:pt>
                <c:pt idx="1162">
                  <c:v>2.0</c:v>
                </c:pt>
                <c:pt idx="1163">
                  <c:v>3.0</c:v>
                </c:pt>
                <c:pt idx="1164">
                  <c:v>5.0</c:v>
                </c:pt>
                <c:pt idx="1165">
                  <c:v>3.0</c:v>
                </c:pt>
                <c:pt idx="1166">
                  <c:v>3.0</c:v>
                </c:pt>
                <c:pt idx="1167">
                  <c:v>2.0</c:v>
                </c:pt>
                <c:pt idx="1168">
                  <c:v>2.0</c:v>
                </c:pt>
                <c:pt idx="1169">
                  <c:v>1.0</c:v>
                </c:pt>
                <c:pt idx="1170">
                  <c:v>2.0</c:v>
                </c:pt>
                <c:pt idx="1171">
                  <c:v>4.0</c:v>
                </c:pt>
                <c:pt idx="1172">
                  <c:v>3.0</c:v>
                </c:pt>
                <c:pt idx="1173">
                  <c:v>1.0</c:v>
                </c:pt>
                <c:pt idx="1174">
                  <c:v>3.0</c:v>
                </c:pt>
                <c:pt idx="1175">
                  <c:v>3.0</c:v>
                </c:pt>
                <c:pt idx="1176">
                  <c:v>2.0</c:v>
                </c:pt>
                <c:pt idx="1177">
                  <c:v>1.0</c:v>
                </c:pt>
                <c:pt idx="1178">
                  <c:v>1.0</c:v>
                </c:pt>
                <c:pt idx="1179">
                  <c:v>5.0</c:v>
                </c:pt>
                <c:pt idx="1180">
                  <c:v>4.0</c:v>
                </c:pt>
                <c:pt idx="1181">
                  <c:v>3.0</c:v>
                </c:pt>
                <c:pt idx="1182">
                  <c:v>2.0</c:v>
                </c:pt>
                <c:pt idx="1183">
                  <c:v>1.0</c:v>
                </c:pt>
                <c:pt idx="1184">
                  <c:v>1.0</c:v>
                </c:pt>
                <c:pt idx="1185">
                  <c:v>1.0</c:v>
                </c:pt>
                <c:pt idx="1186">
                  <c:v>1.0</c:v>
                </c:pt>
                <c:pt idx="1187">
                  <c:v>2.0</c:v>
                </c:pt>
                <c:pt idx="1188">
                  <c:v>2.0</c:v>
                </c:pt>
                <c:pt idx="1189">
                  <c:v>5.0</c:v>
                </c:pt>
                <c:pt idx="1190">
                  <c:v>3.0</c:v>
                </c:pt>
                <c:pt idx="1191">
                  <c:v>4.0</c:v>
                </c:pt>
                <c:pt idx="1192">
                  <c:v>3.0</c:v>
                </c:pt>
                <c:pt idx="1193">
                  <c:v>1.0</c:v>
                </c:pt>
                <c:pt idx="1194">
                  <c:v>3.0</c:v>
                </c:pt>
                <c:pt idx="1195">
                  <c:v>1.0</c:v>
                </c:pt>
                <c:pt idx="1196">
                  <c:v>2.0</c:v>
                </c:pt>
                <c:pt idx="1197">
                  <c:v>2.0</c:v>
                </c:pt>
                <c:pt idx="1198">
                  <c:v>4.0</c:v>
                </c:pt>
                <c:pt idx="1199">
                  <c:v>4.0</c:v>
                </c:pt>
              </c:numCache>
            </c:numRef>
          </c:xVal>
          <c:yVal>
            <c:numRef>
              <c:f>'Correlation analysis'!$D$2:$D$1201</c:f>
              <c:numCache>
                <c:formatCode>0.00</c:formatCode>
                <c:ptCount val="1200"/>
                <c:pt idx="0">
                  <c:v>2853.1</c:v>
                </c:pt>
                <c:pt idx="1">
                  <c:v>302.7</c:v>
                </c:pt>
                <c:pt idx="2">
                  <c:v>2753.4</c:v>
                </c:pt>
                <c:pt idx="3">
                  <c:v>273.19</c:v>
                </c:pt>
                <c:pt idx="4">
                  <c:v>2504.04</c:v>
                </c:pt>
                <c:pt idx="5">
                  <c:v>491.72</c:v>
                </c:pt>
                <c:pt idx="6">
                  <c:v>664.42</c:v>
                </c:pt>
                <c:pt idx="7">
                  <c:v>747.75</c:v>
                </c:pt>
                <c:pt idx="8">
                  <c:v>268.56</c:v>
                </c:pt>
                <c:pt idx="9">
                  <c:v>2037.52</c:v>
                </c:pt>
                <c:pt idx="10">
                  <c:v>3129.85</c:v>
                </c:pt>
                <c:pt idx="11">
                  <c:v>147.42</c:v>
                </c:pt>
                <c:pt idx="12">
                  <c:v>361.0</c:v>
                </c:pt>
                <c:pt idx="13">
                  <c:v>604.47</c:v>
                </c:pt>
                <c:pt idx="14">
                  <c:v>786.66</c:v>
                </c:pt>
                <c:pt idx="15">
                  <c:v>473.96</c:v>
                </c:pt>
                <c:pt idx="16">
                  <c:v>1067.62</c:v>
                </c:pt>
                <c:pt idx="17">
                  <c:v>423.4</c:v>
                </c:pt>
                <c:pt idx="18">
                  <c:v>431.44</c:v>
                </c:pt>
                <c:pt idx="19">
                  <c:v>1120.0</c:v>
                </c:pt>
                <c:pt idx="20">
                  <c:v>312.55</c:v>
                </c:pt>
                <c:pt idx="21">
                  <c:v>1371.8</c:v>
                </c:pt>
                <c:pt idx="22">
                  <c:v>99.24</c:v>
                </c:pt>
                <c:pt idx="23">
                  <c:v>1093.0</c:v>
                </c:pt>
                <c:pt idx="24">
                  <c:v>461.9</c:v>
                </c:pt>
                <c:pt idx="25">
                  <c:v>399.98</c:v>
                </c:pt>
                <c:pt idx="26">
                  <c:v>297.75</c:v>
                </c:pt>
                <c:pt idx="27">
                  <c:v>472.74</c:v>
                </c:pt>
                <c:pt idx="28">
                  <c:v>640.28</c:v>
                </c:pt>
                <c:pt idx="29">
                  <c:v>1270.59</c:v>
                </c:pt>
                <c:pt idx="30">
                  <c:v>853.4</c:v>
                </c:pt>
                <c:pt idx="31">
                  <c:v>1500.24</c:v>
                </c:pt>
                <c:pt idx="32">
                  <c:v>2683.6</c:v>
                </c:pt>
                <c:pt idx="33">
                  <c:v>162.77</c:v>
                </c:pt>
                <c:pt idx="34">
                  <c:v>2306.08</c:v>
                </c:pt>
                <c:pt idx="35">
                  <c:v>930.3</c:v>
                </c:pt>
                <c:pt idx="36">
                  <c:v>1068.86</c:v>
                </c:pt>
                <c:pt idx="37">
                  <c:v>153.48</c:v>
                </c:pt>
                <c:pt idx="38">
                  <c:v>245.89</c:v>
                </c:pt>
                <c:pt idx="39">
                  <c:v>769.380000000000</c:v>
                </c:pt>
                <c:pt idx="40">
                  <c:v>688.04</c:v>
                </c:pt>
                <c:pt idx="41">
                  <c:v>1834.35</c:v>
                </c:pt>
                <c:pt idx="42">
                  <c:v>303.32</c:v>
                </c:pt>
                <c:pt idx="43">
                  <c:v>1497.63</c:v>
                </c:pt>
                <c:pt idx="44">
                  <c:v>1100.36</c:v>
                </c:pt>
                <c:pt idx="45">
                  <c:v>317.25</c:v>
                </c:pt>
                <c:pt idx="46">
                  <c:v>2200.56</c:v>
                </c:pt>
                <c:pt idx="47">
                  <c:v>419.88</c:v>
                </c:pt>
                <c:pt idx="48">
                  <c:v>161.54</c:v>
                </c:pt>
                <c:pt idx="49">
                  <c:v>30.44</c:v>
                </c:pt>
                <c:pt idx="50">
                  <c:v>179.22</c:v>
                </c:pt>
                <c:pt idx="51">
                  <c:v>388.33</c:v>
                </c:pt>
                <c:pt idx="52">
                  <c:v>586.44</c:v>
                </c:pt>
                <c:pt idx="53">
                  <c:v>1955.12</c:v>
                </c:pt>
                <c:pt idx="54">
                  <c:v>280.25</c:v>
                </c:pt>
                <c:pt idx="55">
                  <c:v>1033.2</c:v>
                </c:pt>
                <c:pt idx="56">
                  <c:v>1437.63</c:v>
                </c:pt>
                <c:pt idx="57">
                  <c:v>1571.35</c:v>
                </c:pt>
                <c:pt idx="58">
                  <c:v>1898.76</c:v>
                </c:pt>
                <c:pt idx="59">
                  <c:v>2373.08</c:v>
                </c:pt>
                <c:pt idx="60">
                  <c:v>417.1</c:v>
                </c:pt>
                <c:pt idx="61">
                  <c:v>488.8</c:v>
                </c:pt>
                <c:pt idx="62">
                  <c:v>86.3</c:v>
                </c:pt>
                <c:pt idx="63">
                  <c:v>564.86</c:v>
                </c:pt>
                <c:pt idx="64">
                  <c:v>391.83</c:v>
                </c:pt>
                <c:pt idx="65">
                  <c:v>408.5</c:v>
                </c:pt>
                <c:pt idx="66">
                  <c:v>635.900000000000</c:v>
                </c:pt>
                <c:pt idx="67">
                  <c:v>48.4</c:v>
                </c:pt>
                <c:pt idx="68">
                  <c:v>1472.76</c:v>
                </c:pt>
                <c:pt idx="69">
                  <c:v>1435.95</c:v>
                </c:pt>
                <c:pt idx="70">
                  <c:v>629.21</c:v>
                </c:pt>
                <c:pt idx="71">
                  <c:v>1303.35</c:v>
                </c:pt>
                <c:pt idx="72">
                  <c:v>2357.76</c:v>
                </c:pt>
                <c:pt idx="73">
                  <c:v>1733.8</c:v>
                </c:pt>
                <c:pt idx="74">
                  <c:v>454.35</c:v>
                </c:pt>
                <c:pt idx="75">
                  <c:v>1194.51</c:v>
                </c:pt>
                <c:pt idx="76">
                  <c:v>1531.52</c:v>
                </c:pt>
                <c:pt idx="77">
                  <c:v>583.18</c:v>
                </c:pt>
                <c:pt idx="78">
                  <c:v>701.44</c:v>
                </c:pt>
                <c:pt idx="79">
                  <c:v>623.82</c:v>
                </c:pt>
                <c:pt idx="80">
                  <c:v>1768.68</c:v>
                </c:pt>
                <c:pt idx="81">
                  <c:v>788.6</c:v>
                </c:pt>
                <c:pt idx="82">
                  <c:v>2260.8</c:v>
                </c:pt>
                <c:pt idx="83">
                  <c:v>2161.64</c:v>
                </c:pt>
                <c:pt idx="84">
                  <c:v>330.98</c:v>
                </c:pt>
                <c:pt idx="85">
                  <c:v>440.190000000000</c:v>
                </c:pt>
                <c:pt idx="86">
                  <c:v>3215.15</c:v>
                </c:pt>
                <c:pt idx="87">
                  <c:v>675.33</c:v>
                </c:pt>
                <c:pt idx="88">
                  <c:v>344.43</c:v>
                </c:pt>
                <c:pt idx="89">
                  <c:v>2276.65</c:v>
                </c:pt>
                <c:pt idx="90">
                  <c:v>728.32</c:v>
                </c:pt>
                <c:pt idx="91">
                  <c:v>2463.75</c:v>
                </c:pt>
                <c:pt idx="92">
                  <c:v>194.44</c:v>
                </c:pt>
                <c:pt idx="93">
                  <c:v>1724.04</c:v>
                </c:pt>
                <c:pt idx="94">
                  <c:v>531.18</c:v>
                </c:pt>
                <c:pt idx="95">
                  <c:v>470.04</c:v>
                </c:pt>
                <c:pt idx="96">
                  <c:v>465.66</c:v>
                </c:pt>
                <c:pt idx="97">
                  <c:v>3097.6</c:v>
                </c:pt>
                <c:pt idx="98">
                  <c:v>457.08</c:v>
                </c:pt>
                <c:pt idx="99">
                  <c:v>201.58</c:v>
                </c:pt>
                <c:pt idx="100">
                  <c:v>1994.37</c:v>
                </c:pt>
                <c:pt idx="101">
                  <c:v>381.02</c:v>
                </c:pt>
                <c:pt idx="102">
                  <c:v>140.68</c:v>
                </c:pt>
                <c:pt idx="103">
                  <c:v>873.72</c:v>
                </c:pt>
                <c:pt idx="104">
                  <c:v>582.04</c:v>
                </c:pt>
                <c:pt idx="105">
                  <c:v>556.2</c:v>
                </c:pt>
                <c:pt idx="106">
                  <c:v>1395.15</c:v>
                </c:pt>
                <c:pt idx="107">
                  <c:v>3353.75</c:v>
                </c:pt>
                <c:pt idx="108">
                  <c:v>241.9</c:v>
                </c:pt>
                <c:pt idx="109">
                  <c:v>1778.61</c:v>
                </c:pt>
                <c:pt idx="110">
                  <c:v>220.77</c:v>
                </c:pt>
                <c:pt idx="111">
                  <c:v>927.660000000000</c:v>
                </c:pt>
                <c:pt idx="112">
                  <c:v>410.6</c:v>
                </c:pt>
                <c:pt idx="113">
                  <c:v>950.400000000000</c:v>
                </c:pt>
                <c:pt idx="114">
                  <c:v>2492.4</c:v>
                </c:pt>
                <c:pt idx="115">
                  <c:v>1874.95</c:v>
                </c:pt>
                <c:pt idx="116">
                  <c:v>1165.4</c:v>
                </c:pt>
                <c:pt idx="117">
                  <c:v>535.5</c:v>
                </c:pt>
                <c:pt idx="118">
                  <c:v>2513.55</c:v>
                </c:pt>
                <c:pt idx="119">
                  <c:v>1069.34</c:v>
                </c:pt>
                <c:pt idx="120">
                  <c:v>2517.36</c:v>
                </c:pt>
                <c:pt idx="121">
                  <c:v>410.78</c:v>
                </c:pt>
                <c:pt idx="122">
                  <c:v>1066.04</c:v>
                </c:pt>
                <c:pt idx="123">
                  <c:v>834.120000000000</c:v>
                </c:pt>
                <c:pt idx="124">
                  <c:v>1135.16</c:v>
                </c:pt>
                <c:pt idx="125">
                  <c:v>1025.3</c:v>
                </c:pt>
                <c:pt idx="126">
                  <c:v>1102.0</c:v>
                </c:pt>
                <c:pt idx="127">
                  <c:v>1407.96</c:v>
                </c:pt>
                <c:pt idx="128">
                  <c:v>84.28</c:v>
                </c:pt>
                <c:pt idx="129">
                  <c:v>1055.72</c:v>
                </c:pt>
                <c:pt idx="130">
                  <c:v>1503.9</c:v>
                </c:pt>
                <c:pt idx="131">
                  <c:v>84.8</c:v>
                </c:pt>
                <c:pt idx="132">
                  <c:v>1803.0</c:v>
                </c:pt>
                <c:pt idx="133">
                  <c:v>1208.2</c:v>
                </c:pt>
                <c:pt idx="134">
                  <c:v>399.4</c:v>
                </c:pt>
                <c:pt idx="135">
                  <c:v>137.62</c:v>
                </c:pt>
                <c:pt idx="136">
                  <c:v>44.35</c:v>
                </c:pt>
                <c:pt idx="137">
                  <c:v>501.96</c:v>
                </c:pt>
                <c:pt idx="138">
                  <c:v>298.06</c:v>
                </c:pt>
                <c:pt idx="139">
                  <c:v>583.9</c:v>
                </c:pt>
                <c:pt idx="140">
                  <c:v>1584.42</c:v>
                </c:pt>
                <c:pt idx="141">
                  <c:v>2052.42</c:v>
                </c:pt>
                <c:pt idx="142">
                  <c:v>1363.85</c:v>
                </c:pt>
                <c:pt idx="143">
                  <c:v>1600.28</c:v>
                </c:pt>
                <c:pt idx="144">
                  <c:v>1098.9</c:v>
                </c:pt>
                <c:pt idx="145">
                  <c:v>440.73</c:v>
                </c:pt>
                <c:pt idx="146">
                  <c:v>822.98</c:v>
                </c:pt>
                <c:pt idx="147">
                  <c:v>930.36</c:v>
                </c:pt>
                <c:pt idx="148">
                  <c:v>639.82</c:v>
                </c:pt>
                <c:pt idx="149">
                  <c:v>217.56</c:v>
                </c:pt>
                <c:pt idx="150">
                  <c:v>211.14</c:v>
                </c:pt>
                <c:pt idx="151">
                  <c:v>2223.8</c:v>
                </c:pt>
                <c:pt idx="152">
                  <c:v>798.08</c:v>
                </c:pt>
                <c:pt idx="153">
                  <c:v>2137.92</c:v>
                </c:pt>
                <c:pt idx="154">
                  <c:v>1632.84</c:v>
                </c:pt>
                <c:pt idx="155">
                  <c:v>424.4</c:v>
                </c:pt>
                <c:pt idx="156">
                  <c:v>539.66</c:v>
                </c:pt>
                <c:pt idx="157">
                  <c:v>1129.16</c:v>
                </c:pt>
                <c:pt idx="158">
                  <c:v>331.06</c:v>
                </c:pt>
                <c:pt idx="159">
                  <c:v>299.35</c:v>
                </c:pt>
                <c:pt idx="160">
                  <c:v>405.28</c:v>
                </c:pt>
                <c:pt idx="161">
                  <c:v>211.14</c:v>
                </c:pt>
                <c:pt idx="162">
                  <c:v>197.58</c:v>
                </c:pt>
                <c:pt idx="163">
                  <c:v>641.39</c:v>
                </c:pt>
                <c:pt idx="164">
                  <c:v>2682.9</c:v>
                </c:pt>
                <c:pt idx="165">
                  <c:v>1000.58</c:v>
                </c:pt>
                <c:pt idx="166">
                  <c:v>258.87</c:v>
                </c:pt>
                <c:pt idx="167">
                  <c:v>768.28</c:v>
                </c:pt>
                <c:pt idx="168">
                  <c:v>594.96</c:v>
                </c:pt>
                <c:pt idx="169">
                  <c:v>427.82</c:v>
                </c:pt>
                <c:pt idx="170">
                  <c:v>2651.76</c:v>
                </c:pt>
                <c:pt idx="171">
                  <c:v>296.44</c:v>
                </c:pt>
                <c:pt idx="172">
                  <c:v>254.12</c:v>
                </c:pt>
                <c:pt idx="173">
                  <c:v>1993.38</c:v>
                </c:pt>
                <c:pt idx="174">
                  <c:v>2403.24</c:v>
                </c:pt>
                <c:pt idx="175">
                  <c:v>341.7</c:v>
                </c:pt>
                <c:pt idx="176">
                  <c:v>1723.32</c:v>
                </c:pt>
                <c:pt idx="177">
                  <c:v>2158.45</c:v>
                </c:pt>
                <c:pt idx="178">
                  <c:v>2048.24</c:v>
                </c:pt>
                <c:pt idx="179">
                  <c:v>1619.73</c:v>
                </c:pt>
                <c:pt idx="180">
                  <c:v>1580.35</c:v>
                </c:pt>
                <c:pt idx="181">
                  <c:v>2021.95</c:v>
                </c:pt>
                <c:pt idx="182">
                  <c:v>600.54</c:v>
                </c:pt>
                <c:pt idx="183">
                  <c:v>931.4</c:v>
                </c:pt>
                <c:pt idx="184">
                  <c:v>858.16</c:v>
                </c:pt>
                <c:pt idx="185">
                  <c:v>210.7</c:v>
                </c:pt>
                <c:pt idx="186">
                  <c:v>267.1</c:v>
                </c:pt>
                <c:pt idx="187">
                  <c:v>590.87</c:v>
                </c:pt>
                <c:pt idx="188">
                  <c:v>727.82</c:v>
                </c:pt>
                <c:pt idx="189">
                  <c:v>2147.25</c:v>
                </c:pt>
                <c:pt idx="190">
                  <c:v>671.100000000000</c:v>
                </c:pt>
                <c:pt idx="191">
                  <c:v>977.74</c:v>
                </c:pt>
                <c:pt idx="192">
                  <c:v>645.46</c:v>
                </c:pt>
                <c:pt idx="193">
                  <c:v>46.66</c:v>
                </c:pt>
                <c:pt idx="194">
                  <c:v>249.57</c:v>
                </c:pt>
                <c:pt idx="195">
                  <c:v>1857.63</c:v>
                </c:pt>
                <c:pt idx="196">
                  <c:v>868.52</c:v>
                </c:pt>
                <c:pt idx="197">
                  <c:v>1107.55</c:v>
                </c:pt>
                <c:pt idx="198">
                  <c:v>1361.2</c:v>
                </c:pt>
                <c:pt idx="199">
                  <c:v>625.0</c:v>
                </c:pt>
                <c:pt idx="200">
                  <c:v>2166.3</c:v>
                </c:pt>
                <c:pt idx="201">
                  <c:v>1349.8</c:v>
                </c:pt>
                <c:pt idx="202">
                  <c:v>761.940000000000</c:v>
                </c:pt>
                <c:pt idx="203">
                  <c:v>1070.52</c:v>
                </c:pt>
                <c:pt idx="204">
                  <c:v>1654.84</c:v>
                </c:pt>
                <c:pt idx="205">
                  <c:v>442.17</c:v>
                </c:pt>
                <c:pt idx="206">
                  <c:v>916.4</c:v>
                </c:pt>
                <c:pt idx="207">
                  <c:v>121.96</c:v>
                </c:pt>
                <c:pt idx="208">
                  <c:v>816.64</c:v>
                </c:pt>
                <c:pt idx="209">
                  <c:v>939.85</c:v>
                </c:pt>
                <c:pt idx="210">
                  <c:v>1075.44</c:v>
                </c:pt>
                <c:pt idx="211">
                  <c:v>580.74</c:v>
                </c:pt>
                <c:pt idx="212">
                  <c:v>265.38</c:v>
                </c:pt>
                <c:pt idx="213">
                  <c:v>634.4</c:v>
                </c:pt>
                <c:pt idx="214">
                  <c:v>1222.88</c:v>
                </c:pt>
                <c:pt idx="215">
                  <c:v>303.6</c:v>
                </c:pt>
                <c:pt idx="216">
                  <c:v>1984.0</c:v>
                </c:pt>
                <c:pt idx="217">
                  <c:v>1286.04</c:v>
                </c:pt>
                <c:pt idx="218">
                  <c:v>337.38</c:v>
                </c:pt>
                <c:pt idx="219">
                  <c:v>309.85</c:v>
                </c:pt>
                <c:pt idx="220">
                  <c:v>746.34</c:v>
                </c:pt>
                <c:pt idx="221">
                  <c:v>3196.85</c:v>
                </c:pt>
                <c:pt idx="222">
                  <c:v>2773.44</c:v>
                </c:pt>
                <c:pt idx="223">
                  <c:v>2771.64</c:v>
                </c:pt>
                <c:pt idx="224">
                  <c:v>365.84</c:v>
                </c:pt>
                <c:pt idx="225">
                  <c:v>821.880000000000</c:v>
                </c:pt>
                <c:pt idx="226">
                  <c:v>1764.15</c:v>
                </c:pt>
                <c:pt idx="227">
                  <c:v>730.34</c:v>
                </c:pt>
                <c:pt idx="228">
                  <c:v>1543.68</c:v>
                </c:pt>
                <c:pt idx="229">
                  <c:v>562.61</c:v>
                </c:pt>
                <c:pt idx="230">
                  <c:v>247.64</c:v>
                </c:pt>
                <c:pt idx="231">
                  <c:v>167.6</c:v>
                </c:pt>
                <c:pt idx="232">
                  <c:v>1777.76</c:v>
                </c:pt>
                <c:pt idx="233">
                  <c:v>933.99</c:v>
                </c:pt>
                <c:pt idx="234">
                  <c:v>945.64</c:v>
                </c:pt>
                <c:pt idx="235">
                  <c:v>65.45</c:v>
                </c:pt>
                <c:pt idx="236">
                  <c:v>318.81</c:v>
                </c:pt>
                <c:pt idx="237">
                  <c:v>1751.16</c:v>
                </c:pt>
                <c:pt idx="238">
                  <c:v>1537.28</c:v>
                </c:pt>
                <c:pt idx="239">
                  <c:v>1616.22</c:v>
                </c:pt>
                <c:pt idx="240">
                  <c:v>17.24</c:v>
                </c:pt>
                <c:pt idx="241">
                  <c:v>3078.35</c:v>
                </c:pt>
                <c:pt idx="242">
                  <c:v>438.2</c:v>
                </c:pt>
                <c:pt idx="243">
                  <c:v>289.32</c:v>
                </c:pt>
                <c:pt idx="244">
                  <c:v>635.54</c:v>
                </c:pt>
                <c:pt idx="245">
                  <c:v>223.3</c:v>
                </c:pt>
                <c:pt idx="246">
                  <c:v>684.22</c:v>
                </c:pt>
                <c:pt idx="247">
                  <c:v>441.8</c:v>
                </c:pt>
                <c:pt idx="248">
                  <c:v>670.54</c:v>
                </c:pt>
                <c:pt idx="249">
                  <c:v>546.19</c:v>
                </c:pt>
                <c:pt idx="250">
                  <c:v>128.85</c:v>
                </c:pt>
                <c:pt idx="251">
                  <c:v>58.76</c:v>
                </c:pt>
                <c:pt idx="252">
                  <c:v>2673.44</c:v>
                </c:pt>
                <c:pt idx="253">
                  <c:v>1654.96</c:v>
                </c:pt>
                <c:pt idx="254">
                  <c:v>789.570000000000</c:v>
                </c:pt>
                <c:pt idx="255">
                  <c:v>263.96</c:v>
                </c:pt>
                <c:pt idx="256">
                  <c:v>379.05</c:v>
                </c:pt>
                <c:pt idx="257">
                  <c:v>406.22</c:v>
                </c:pt>
                <c:pt idx="258">
                  <c:v>206.82</c:v>
                </c:pt>
                <c:pt idx="259">
                  <c:v>1740.48</c:v>
                </c:pt>
                <c:pt idx="260">
                  <c:v>815.58</c:v>
                </c:pt>
                <c:pt idx="261">
                  <c:v>868.25</c:v>
                </c:pt>
                <c:pt idx="262">
                  <c:v>996.28</c:v>
                </c:pt>
                <c:pt idx="263">
                  <c:v>1739.4</c:v>
                </c:pt>
                <c:pt idx="264">
                  <c:v>436.77</c:v>
                </c:pt>
                <c:pt idx="265">
                  <c:v>572.13</c:v>
                </c:pt>
                <c:pt idx="266">
                  <c:v>2332.28</c:v>
                </c:pt>
                <c:pt idx="267">
                  <c:v>2342.55</c:v>
                </c:pt>
                <c:pt idx="268">
                  <c:v>847.76</c:v>
                </c:pt>
                <c:pt idx="269">
                  <c:v>2654.68</c:v>
                </c:pt>
                <c:pt idx="270">
                  <c:v>1239.64</c:v>
                </c:pt>
                <c:pt idx="271">
                  <c:v>542.07</c:v>
                </c:pt>
                <c:pt idx="272">
                  <c:v>798.64</c:v>
                </c:pt>
                <c:pt idx="273">
                  <c:v>476.5</c:v>
                </c:pt>
                <c:pt idx="274">
                  <c:v>364.8</c:v>
                </c:pt>
                <c:pt idx="275">
                  <c:v>130.14</c:v>
                </c:pt>
                <c:pt idx="276">
                  <c:v>1201.14</c:v>
                </c:pt>
                <c:pt idx="277">
                  <c:v>454.6</c:v>
                </c:pt>
                <c:pt idx="278">
                  <c:v>1812.3</c:v>
                </c:pt>
                <c:pt idx="279">
                  <c:v>165.03</c:v>
                </c:pt>
                <c:pt idx="280">
                  <c:v>1213.86</c:v>
                </c:pt>
                <c:pt idx="281">
                  <c:v>2619.16</c:v>
                </c:pt>
                <c:pt idx="282">
                  <c:v>2551.16</c:v>
                </c:pt>
                <c:pt idx="283">
                  <c:v>2161.32</c:v>
                </c:pt>
                <c:pt idx="284">
                  <c:v>1040.85</c:v>
                </c:pt>
                <c:pt idx="285">
                  <c:v>338.31</c:v>
                </c:pt>
                <c:pt idx="286">
                  <c:v>418.35</c:v>
                </c:pt>
                <c:pt idx="287">
                  <c:v>2620.72</c:v>
                </c:pt>
                <c:pt idx="288">
                  <c:v>2051.0</c:v>
                </c:pt>
                <c:pt idx="289">
                  <c:v>641.96</c:v>
                </c:pt>
                <c:pt idx="290">
                  <c:v>299.7</c:v>
                </c:pt>
                <c:pt idx="291">
                  <c:v>690.02</c:v>
                </c:pt>
                <c:pt idx="292">
                  <c:v>65.95</c:v>
                </c:pt>
                <c:pt idx="293">
                  <c:v>1852.16</c:v>
                </c:pt>
                <c:pt idx="294">
                  <c:v>595.42</c:v>
                </c:pt>
                <c:pt idx="295">
                  <c:v>537.4</c:v>
                </c:pt>
                <c:pt idx="296">
                  <c:v>3194.0</c:v>
                </c:pt>
                <c:pt idx="297">
                  <c:v>987.76</c:v>
                </c:pt>
                <c:pt idx="298">
                  <c:v>1204.68</c:v>
                </c:pt>
                <c:pt idx="299">
                  <c:v>278.66</c:v>
                </c:pt>
                <c:pt idx="300">
                  <c:v>287.46</c:v>
                </c:pt>
                <c:pt idx="301">
                  <c:v>583.99</c:v>
                </c:pt>
                <c:pt idx="302">
                  <c:v>1406.22</c:v>
                </c:pt>
                <c:pt idx="303">
                  <c:v>30.54</c:v>
                </c:pt>
                <c:pt idx="304">
                  <c:v>2043.65</c:v>
                </c:pt>
                <c:pt idx="305">
                  <c:v>507.56</c:v>
                </c:pt>
                <c:pt idx="306">
                  <c:v>114.14</c:v>
                </c:pt>
                <c:pt idx="307">
                  <c:v>1672.23</c:v>
                </c:pt>
                <c:pt idx="308">
                  <c:v>1346.7</c:v>
                </c:pt>
                <c:pt idx="309">
                  <c:v>2199.04</c:v>
                </c:pt>
                <c:pt idx="310">
                  <c:v>397.440000000000</c:v>
                </c:pt>
                <c:pt idx="311">
                  <c:v>2446.85</c:v>
                </c:pt>
                <c:pt idx="312">
                  <c:v>331.55</c:v>
                </c:pt>
                <c:pt idx="313">
                  <c:v>868.6</c:v>
                </c:pt>
                <c:pt idx="314">
                  <c:v>612.36</c:v>
                </c:pt>
                <c:pt idx="315">
                  <c:v>458.35</c:v>
                </c:pt>
                <c:pt idx="316">
                  <c:v>1101.12</c:v>
                </c:pt>
                <c:pt idx="317">
                  <c:v>279.9</c:v>
                </c:pt>
                <c:pt idx="318">
                  <c:v>446.16</c:v>
                </c:pt>
                <c:pt idx="319">
                  <c:v>1126.12</c:v>
                </c:pt>
                <c:pt idx="320">
                  <c:v>625.51</c:v>
                </c:pt>
                <c:pt idx="321">
                  <c:v>609.16</c:v>
                </c:pt>
                <c:pt idx="322">
                  <c:v>1159.1</c:v>
                </c:pt>
                <c:pt idx="323">
                  <c:v>150.17</c:v>
                </c:pt>
                <c:pt idx="324">
                  <c:v>212.79</c:v>
                </c:pt>
                <c:pt idx="325">
                  <c:v>1084.17</c:v>
                </c:pt>
                <c:pt idx="326">
                  <c:v>3352.4</c:v>
                </c:pt>
                <c:pt idx="327">
                  <c:v>359.99</c:v>
                </c:pt>
                <c:pt idx="328">
                  <c:v>3370.2</c:v>
                </c:pt>
                <c:pt idx="329">
                  <c:v>1132.64</c:v>
                </c:pt>
                <c:pt idx="330">
                  <c:v>1302.65</c:v>
                </c:pt>
                <c:pt idx="331">
                  <c:v>1266.39</c:v>
                </c:pt>
                <c:pt idx="332">
                  <c:v>625.1</c:v>
                </c:pt>
                <c:pt idx="333">
                  <c:v>198.51</c:v>
                </c:pt>
                <c:pt idx="334">
                  <c:v>899.0</c:v>
                </c:pt>
                <c:pt idx="335">
                  <c:v>617.58</c:v>
                </c:pt>
                <c:pt idx="336">
                  <c:v>18.2</c:v>
                </c:pt>
                <c:pt idx="337">
                  <c:v>1508.31</c:v>
                </c:pt>
                <c:pt idx="338">
                  <c:v>1527.45</c:v>
                </c:pt>
                <c:pt idx="339">
                  <c:v>472.66</c:v>
                </c:pt>
                <c:pt idx="340">
                  <c:v>2606.25</c:v>
                </c:pt>
                <c:pt idx="341">
                  <c:v>167.15</c:v>
                </c:pt>
                <c:pt idx="342">
                  <c:v>2332.1</c:v>
                </c:pt>
                <c:pt idx="343">
                  <c:v>527.57</c:v>
                </c:pt>
                <c:pt idx="344">
                  <c:v>1870.02</c:v>
                </c:pt>
                <c:pt idx="345">
                  <c:v>2506.3</c:v>
                </c:pt>
                <c:pt idx="346">
                  <c:v>655.09</c:v>
                </c:pt>
                <c:pt idx="347">
                  <c:v>1059.16</c:v>
                </c:pt>
                <c:pt idx="348">
                  <c:v>1079.19</c:v>
                </c:pt>
                <c:pt idx="349">
                  <c:v>465.33</c:v>
                </c:pt>
                <c:pt idx="350">
                  <c:v>108.82</c:v>
                </c:pt>
                <c:pt idx="351">
                  <c:v>64.66</c:v>
                </c:pt>
                <c:pt idx="352">
                  <c:v>869.800000000000</c:v>
                </c:pt>
                <c:pt idx="353">
                  <c:v>630.82</c:v>
                </c:pt>
                <c:pt idx="354">
                  <c:v>693.41</c:v>
                </c:pt>
                <c:pt idx="355">
                  <c:v>1299.99</c:v>
                </c:pt>
                <c:pt idx="356">
                  <c:v>1872.9</c:v>
                </c:pt>
                <c:pt idx="357">
                  <c:v>2042.8</c:v>
                </c:pt>
                <c:pt idx="358">
                  <c:v>367.34</c:v>
                </c:pt>
                <c:pt idx="359">
                  <c:v>2426.28</c:v>
                </c:pt>
                <c:pt idx="360">
                  <c:v>2358.28</c:v>
                </c:pt>
                <c:pt idx="361">
                  <c:v>3299.25</c:v>
                </c:pt>
                <c:pt idx="362">
                  <c:v>827.36</c:v>
                </c:pt>
                <c:pt idx="363">
                  <c:v>569.35</c:v>
                </c:pt>
                <c:pt idx="364">
                  <c:v>3143.7</c:v>
                </c:pt>
                <c:pt idx="365">
                  <c:v>678.38</c:v>
                </c:pt>
                <c:pt idx="366">
                  <c:v>1806.72</c:v>
                </c:pt>
                <c:pt idx="367">
                  <c:v>3293.85</c:v>
                </c:pt>
                <c:pt idx="368">
                  <c:v>813.06</c:v>
                </c:pt>
                <c:pt idx="369">
                  <c:v>1876.25</c:v>
                </c:pt>
                <c:pt idx="370">
                  <c:v>312.11</c:v>
                </c:pt>
                <c:pt idx="371">
                  <c:v>1538.8</c:v>
                </c:pt>
                <c:pt idx="372">
                  <c:v>1450.59</c:v>
                </c:pt>
                <c:pt idx="373">
                  <c:v>1023.45</c:v>
                </c:pt>
                <c:pt idx="374">
                  <c:v>571.9</c:v>
                </c:pt>
                <c:pt idx="375">
                  <c:v>380.12</c:v>
                </c:pt>
                <c:pt idx="376">
                  <c:v>1006.1</c:v>
                </c:pt>
                <c:pt idx="377">
                  <c:v>260.26</c:v>
                </c:pt>
                <c:pt idx="378">
                  <c:v>322.5</c:v>
                </c:pt>
                <c:pt idx="379">
                  <c:v>893.01</c:v>
                </c:pt>
                <c:pt idx="380">
                  <c:v>1327.6</c:v>
                </c:pt>
                <c:pt idx="381">
                  <c:v>191.76</c:v>
                </c:pt>
                <c:pt idx="382">
                  <c:v>1052.36</c:v>
                </c:pt>
                <c:pt idx="383">
                  <c:v>1575.2</c:v>
                </c:pt>
                <c:pt idx="384">
                  <c:v>1660.71</c:v>
                </c:pt>
                <c:pt idx="385">
                  <c:v>958.15</c:v>
                </c:pt>
                <c:pt idx="386">
                  <c:v>93.02</c:v>
                </c:pt>
                <c:pt idx="387">
                  <c:v>79.06</c:v>
                </c:pt>
                <c:pt idx="388">
                  <c:v>1901.91</c:v>
                </c:pt>
                <c:pt idx="389">
                  <c:v>2790.0</c:v>
                </c:pt>
                <c:pt idx="390">
                  <c:v>2543.45</c:v>
                </c:pt>
                <c:pt idx="391">
                  <c:v>1054.92</c:v>
                </c:pt>
                <c:pt idx="392">
                  <c:v>627.2</c:v>
                </c:pt>
                <c:pt idx="393">
                  <c:v>75.01</c:v>
                </c:pt>
                <c:pt idx="394">
                  <c:v>2647.75</c:v>
                </c:pt>
                <c:pt idx="395">
                  <c:v>382.23</c:v>
                </c:pt>
                <c:pt idx="396">
                  <c:v>1435.65</c:v>
                </c:pt>
                <c:pt idx="397">
                  <c:v>427.06</c:v>
                </c:pt>
                <c:pt idx="398">
                  <c:v>269.65</c:v>
                </c:pt>
                <c:pt idx="399">
                  <c:v>2119.65</c:v>
                </c:pt>
                <c:pt idx="400">
                  <c:v>640.88</c:v>
                </c:pt>
                <c:pt idx="401">
                  <c:v>538.68</c:v>
                </c:pt>
                <c:pt idx="402">
                  <c:v>1686.9</c:v>
                </c:pt>
                <c:pt idx="403">
                  <c:v>620.21</c:v>
                </c:pt>
                <c:pt idx="404">
                  <c:v>198.2</c:v>
                </c:pt>
                <c:pt idx="405">
                  <c:v>1807.88</c:v>
                </c:pt>
                <c:pt idx="406">
                  <c:v>264.4</c:v>
                </c:pt>
                <c:pt idx="407">
                  <c:v>2189.28</c:v>
                </c:pt>
                <c:pt idx="408">
                  <c:v>1237.59</c:v>
                </c:pt>
                <c:pt idx="409">
                  <c:v>420.65</c:v>
                </c:pt>
                <c:pt idx="410">
                  <c:v>1036.46</c:v>
                </c:pt>
                <c:pt idx="411">
                  <c:v>79.02</c:v>
                </c:pt>
                <c:pt idx="412">
                  <c:v>665.05</c:v>
                </c:pt>
                <c:pt idx="413">
                  <c:v>118.8</c:v>
                </c:pt>
                <c:pt idx="414">
                  <c:v>279.14</c:v>
                </c:pt>
                <c:pt idx="415">
                  <c:v>184.15</c:v>
                </c:pt>
                <c:pt idx="416">
                  <c:v>1288.1</c:v>
                </c:pt>
                <c:pt idx="417">
                  <c:v>277.05</c:v>
                </c:pt>
                <c:pt idx="418">
                  <c:v>310.93</c:v>
                </c:pt>
                <c:pt idx="419">
                  <c:v>433.32</c:v>
                </c:pt>
                <c:pt idx="420">
                  <c:v>452.7</c:v>
                </c:pt>
                <c:pt idx="421">
                  <c:v>576.42</c:v>
                </c:pt>
                <c:pt idx="422">
                  <c:v>826.4</c:v>
                </c:pt>
                <c:pt idx="423">
                  <c:v>2740.8</c:v>
                </c:pt>
                <c:pt idx="424">
                  <c:v>114.7</c:v>
                </c:pt>
                <c:pt idx="425">
                  <c:v>603.76</c:v>
                </c:pt>
                <c:pt idx="426">
                  <c:v>287.25</c:v>
                </c:pt>
                <c:pt idx="427">
                  <c:v>161.24</c:v>
                </c:pt>
                <c:pt idx="428">
                  <c:v>1050.32</c:v>
                </c:pt>
                <c:pt idx="429">
                  <c:v>2060.76</c:v>
                </c:pt>
                <c:pt idx="430">
                  <c:v>450.07</c:v>
                </c:pt>
                <c:pt idx="431">
                  <c:v>52.54</c:v>
                </c:pt>
                <c:pt idx="432">
                  <c:v>848.64</c:v>
                </c:pt>
                <c:pt idx="433">
                  <c:v>1894.92</c:v>
                </c:pt>
                <c:pt idx="434">
                  <c:v>1638.4</c:v>
                </c:pt>
                <c:pt idx="435">
                  <c:v>414.47</c:v>
                </c:pt>
                <c:pt idx="436">
                  <c:v>885.32</c:v>
                </c:pt>
                <c:pt idx="437">
                  <c:v>512.39</c:v>
                </c:pt>
                <c:pt idx="438">
                  <c:v>1378.02</c:v>
                </c:pt>
                <c:pt idx="439">
                  <c:v>146.32</c:v>
                </c:pt>
                <c:pt idx="440">
                  <c:v>334.4</c:v>
                </c:pt>
                <c:pt idx="441">
                  <c:v>657.08</c:v>
                </c:pt>
                <c:pt idx="442">
                  <c:v>1574.7</c:v>
                </c:pt>
                <c:pt idx="443">
                  <c:v>139.28</c:v>
                </c:pt>
                <c:pt idx="444">
                  <c:v>135.17</c:v>
                </c:pt>
                <c:pt idx="445">
                  <c:v>487.21</c:v>
                </c:pt>
                <c:pt idx="446">
                  <c:v>2547.9</c:v>
                </c:pt>
                <c:pt idx="447">
                  <c:v>833.62</c:v>
                </c:pt>
                <c:pt idx="448">
                  <c:v>320.0</c:v>
                </c:pt>
                <c:pt idx="449">
                  <c:v>759.150000000000</c:v>
                </c:pt>
                <c:pt idx="450">
                  <c:v>3075.5</c:v>
                </c:pt>
                <c:pt idx="451">
                  <c:v>183.18</c:v>
                </c:pt>
                <c:pt idx="452">
                  <c:v>75.78</c:v>
                </c:pt>
                <c:pt idx="453">
                  <c:v>675.57</c:v>
                </c:pt>
                <c:pt idx="454">
                  <c:v>109.29</c:v>
                </c:pt>
                <c:pt idx="455">
                  <c:v>639.83</c:v>
                </c:pt>
                <c:pt idx="456">
                  <c:v>314.05</c:v>
                </c:pt>
                <c:pt idx="457">
                  <c:v>2463.32</c:v>
                </c:pt>
                <c:pt idx="458">
                  <c:v>2042.32</c:v>
                </c:pt>
                <c:pt idx="459">
                  <c:v>334.39</c:v>
                </c:pt>
                <c:pt idx="460">
                  <c:v>144.25</c:v>
                </c:pt>
                <c:pt idx="461">
                  <c:v>401.82</c:v>
                </c:pt>
                <c:pt idx="462">
                  <c:v>252.68</c:v>
                </c:pt>
                <c:pt idx="463">
                  <c:v>3313.9</c:v>
                </c:pt>
                <c:pt idx="464">
                  <c:v>1737.68</c:v>
                </c:pt>
                <c:pt idx="465">
                  <c:v>2567.45</c:v>
                </c:pt>
                <c:pt idx="466">
                  <c:v>432.47</c:v>
                </c:pt>
                <c:pt idx="467">
                  <c:v>45.94</c:v>
                </c:pt>
                <c:pt idx="468">
                  <c:v>418.36</c:v>
                </c:pt>
                <c:pt idx="469">
                  <c:v>3384.9</c:v>
                </c:pt>
                <c:pt idx="470">
                  <c:v>1054.48</c:v>
                </c:pt>
                <c:pt idx="471">
                  <c:v>2756.35</c:v>
                </c:pt>
                <c:pt idx="472">
                  <c:v>1524.36</c:v>
                </c:pt>
                <c:pt idx="473">
                  <c:v>29.86</c:v>
                </c:pt>
                <c:pt idx="474">
                  <c:v>688.02</c:v>
                </c:pt>
                <c:pt idx="475">
                  <c:v>877.24</c:v>
                </c:pt>
                <c:pt idx="476">
                  <c:v>1027.18</c:v>
                </c:pt>
                <c:pt idx="477">
                  <c:v>507.48</c:v>
                </c:pt>
                <c:pt idx="478">
                  <c:v>188.31</c:v>
                </c:pt>
                <c:pt idx="479">
                  <c:v>101.16</c:v>
                </c:pt>
                <c:pt idx="480">
                  <c:v>335.1</c:v>
                </c:pt>
                <c:pt idx="481">
                  <c:v>1939.4</c:v>
                </c:pt>
                <c:pt idx="482">
                  <c:v>1144.23</c:v>
                </c:pt>
                <c:pt idx="483">
                  <c:v>1739.6</c:v>
                </c:pt>
                <c:pt idx="484">
                  <c:v>60.04</c:v>
                </c:pt>
                <c:pt idx="485">
                  <c:v>1214.37</c:v>
                </c:pt>
                <c:pt idx="486">
                  <c:v>2445.04</c:v>
                </c:pt>
                <c:pt idx="487">
                  <c:v>1039.56</c:v>
                </c:pt>
                <c:pt idx="488">
                  <c:v>36.65</c:v>
                </c:pt>
                <c:pt idx="489">
                  <c:v>448.02</c:v>
                </c:pt>
                <c:pt idx="490">
                  <c:v>2339.05</c:v>
                </c:pt>
                <c:pt idx="491">
                  <c:v>2103.5</c:v>
                </c:pt>
                <c:pt idx="492">
                  <c:v>3032.6</c:v>
                </c:pt>
                <c:pt idx="493">
                  <c:v>420.26</c:v>
                </c:pt>
                <c:pt idx="494">
                  <c:v>1517.37</c:v>
                </c:pt>
                <c:pt idx="495">
                  <c:v>1974.92</c:v>
                </c:pt>
                <c:pt idx="496">
                  <c:v>603.63</c:v>
                </c:pt>
                <c:pt idx="497">
                  <c:v>336.87</c:v>
                </c:pt>
                <c:pt idx="498">
                  <c:v>530.24</c:v>
                </c:pt>
                <c:pt idx="499">
                  <c:v>1618.38</c:v>
                </c:pt>
                <c:pt idx="500">
                  <c:v>2542.95</c:v>
                </c:pt>
                <c:pt idx="501">
                  <c:v>813.84</c:v>
                </c:pt>
                <c:pt idx="502">
                  <c:v>1695.75</c:v>
                </c:pt>
                <c:pt idx="503">
                  <c:v>410.52</c:v>
                </c:pt>
                <c:pt idx="504">
                  <c:v>929.0</c:v>
                </c:pt>
                <c:pt idx="505">
                  <c:v>869.94</c:v>
                </c:pt>
                <c:pt idx="506">
                  <c:v>87.34</c:v>
                </c:pt>
                <c:pt idx="507">
                  <c:v>171.59</c:v>
                </c:pt>
                <c:pt idx="508">
                  <c:v>558.27</c:v>
                </c:pt>
                <c:pt idx="509">
                  <c:v>850.06</c:v>
                </c:pt>
                <c:pt idx="510">
                  <c:v>376.76</c:v>
                </c:pt>
                <c:pt idx="511">
                  <c:v>2876.2</c:v>
                </c:pt>
                <c:pt idx="512">
                  <c:v>1704.06</c:v>
                </c:pt>
                <c:pt idx="513">
                  <c:v>284.64</c:v>
                </c:pt>
                <c:pt idx="514">
                  <c:v>912.450000000000</c:v>
                </c:pt>
                <c:pt idx="515">
                  <c:v>1660.56</c:v>
                </c:pt>
                <c:pt idx="516">
                  <c:v>500.97</c:v>
                </c:pt>
                <c:pt idx="517">
                  <c:v>793.4</c:v>
                </c:pt>
                <c:pt idx="518">
                  <c:v>1614.32</c:v>
                </c:pt>
                <c:pt idx="519">
                  <c:v>1857.16</c:v>
                </c:pt>
                <c:pt idx="520">
                  <c:v>1907.94</c:v>
                </c:pt>
                <c:pt idx="521">
                  <c:v>528.06</c:v>
                </c:pt>
                <c:pt idx="522">
                  <c:v>515.32</c:v>
                </c:pt>
                <c:pt idx="523">
                  <c:v>2631.16</c:v>
                </c:pt>
                <c:pt idx="524">
                  <c:v>153.0</c:v>
                </c:pt>
                <c:pt idx="525">
                  <c:v>668.48</c:v>
                </c:pt>
                <c:pt idx="526">
                  <c:v>93.0</c:v>
                </c:pt>
                <c:pt idx="527">
                  <c:v>3267.35</c:v>
                </c:pt>
                <c:pt idx="528">
                  <c:v>628.89</c:v>
                </c:pt>
                <c:pt idx="529">
                  <c:v>1350.2</c:v>
                </c:pt>
                <c:pt idx="530">
                  <c:v>357.64</c:v>
                </c:pt>
                <c:pt idx="531">
                  <c:v>1600.05</c:v>
                </c:pt>
                <c:pt idx="532">
                  <c:v>82.0</c:v>
                </c:pt>
                <c:pt idx="533">
                  <c:v>565.85</c:v>
                </c:pt>
                <c:pt idx="534">
                  <c:v>1945.77</c:v>
                </c:pt>
                <c:pt idx="535">
                  <c:v>204.36</c:v>
                </c:pt>
                <c:pt idx="536">
                  <c:v>616.1</c:v>
                </c:pt>
                <c:pt idx="537">
                  <c:v>742.41</c:v>
                </c:pt>
                <c:pt idx="538">
                  <c:v>1472.22</c:v>
                </c:pt>
                <c:pt idx="539">
                  <c:v>1595.16</c:v>
                </c:pt>
                <c:pt idx="540">
                  <c:v>3243.25</c:v>
                </c:pt>
                <c:pt idx="541">
                  <c:v>2280.3</c:v>
                </c:pt>
                <c:pt idx="542">
                  <c:v>17.98</c:v>
                </c:pt>
                <c:pt idx="543">
                  <c:v>1349.3</c:v>
                </c:pt>
                <c:pt idx="544">
                  <c:v>159.8</c:v>
                </c:pt>
                <c:pt idx="545">
                  <c:v>196.94</c:v>
                </c:pt>
                <c:pt idx="546">
                  <c:v>158.68</c:v>
                </c:pt>
                <c:pt idx="547">
                  <c:v>613.98</c:v>
                </c:pt>
                <c:pt idx="548">
                  <c:v>1278.36</c:v>
                </c:pt>
                <c:pt idx="549">
                  <c:v>2519.52</c:v>
                </c:pt>
                <c:pt idx="550">
                  <c:v>915.64</c:v>
                </c:pt>
                <c:pt idx="551">
                  <c:v>120.98</c:v>
                </c:pt>
                <c:pt idx="552">
                  <c:v>1700.72</c:v>
                </c:pt>
                <c:pt idx="553">
                  <c:v>667.66</c:v>
                </c:pt>
                <c:pt idx="554">
                  <c:v>985.8</c:v>
                </c:pt>
                <c:pt idx="555">
                  <c:v>92.04</c:v>
                </c:pt>
                <c:pt idx="556">
                  <c:v>654.27</c:v>
                </c:pt>
                <c:pt idx="557">
                  <c:v>56.2</c:v>
                </c:pt>
                <c:pt idx="558">
                  <c:v>2512.48</c:v>
                </c:pt>
                <c:pt idx="559">
                  <c:v>472.2</c:v>
                </c:pt>
                <c:pt idx="560">
                  <c:v>2355.4</c:v>
                </c:pt>
                <c:pt idx="561">
                  <c:v>989.56</c:v>
                </c:pt>
                <c:pt idx="562">
                  <c:v>1991.79</c:v>
                </c:pt>
                <c:pt idx="563">
                  <c:v>132.68</c:v>
                </c:pt>
                <c:pt idx="564">
                  <c:v>1821.4</c:v>
                </c:pt>
                <c:pt idx="565">
                  <c:v>1539.9</c:v>
                </c:pt>
                <c:pt idx="566">
                  <c:v>650.84</c:v>
                </c:pt>
                <c:pt idx="567">
                  <c:v>2464.7</c:v>
                </c:pt>
                <c:pt idx="568">
                  <c:v>687.98</c:v>
                </c:pt>
                <c:pt idx="569">
                  <c:v>1253.4</c:v>
                </c:pt>
                <c:pt idx="570">
                  <c:v>724.28</c:v>
                </c:pt>
                <c:pt idx="571">
                  <c:v>214.08</c:v>
                </c:pt>
                <c:pt idx="572">
                  <c:v>70.32</c:v>
                </c:pt>
                <c:pt idx="573">
                  <c:v>2107.1</c:v>
                </c:pt>
                <c:pt idx="574">
                  <c:v>1923.45</c:v>
                </c:pt>
                <c:pt idx="575">
                  <c:v>2240.75</c:v>
                </c:pt>
                <c:pt idx="576">
                  <c:v>395.4</c:v>
                </c:pt>
                <c:pt idx="577">
                  <c:v>741.64</c:v>
                </c:pt>
                <c:pt idx="578">
                  <c:v>2830.35</c:v>
                </c:pt>
                <c:pt idx="579">
                  <c:v>375.76</c:v>
                </c:pt>
                <c:pt idx="580">
                  <c:v>511.98</c:v>
                </c:pt>
                <c:pt idx="581">
                  <c:v>627.34</c:v>
                </c:pt>
                <c:pt idx="582">
                  <c:v>1422.42</c:v>
                </c:pt>
                <c:pt idx="583">
                  <c:v>463.11</c:v>
                </c:pt>
                <c:pt idx="584">
                  <c:v>580.2</c:v>
                </c:pt>
                <c:pt idx="585">
                  <c:v>268.32</c:v>
                </c:pt>
                <c:pt idx="586">
                  <c:v>522.08</c:v>
                </c:pt>
                <c:pt idx="587">
                  <c:v>2573.0</c:v>
                </c:pt>
                <c:pt idx="588">
                  <c:v>2311.28</c:v>
                </c:pt>
                <c:pt idx="589">
                  <c:v>1001.6</c:v>
                </c:pt>
                <c:pt idx="590">
                  <c:v>922.26</c:v>
                </c:pt>
                <c:pt idx="591">
                  <c:v>605.28</c:v>
                </c:pt>
                <c:pt idx="592">
                  <c:v>612.810000000000</c:v>
                </c:pt>
                <c:pt idx="593">
                  <c:v>489.8</c:v>
                </c:pt>
                <c:pt idx="594">
                  <c:v>363.2</c:v>
                </c:pt>
                <c:pt idx="595">
                  <c:v>770.32</c:v>
                </c:pt>
                <c:pt idx="596">
                  <c:v>1819.23</c:v>
                </c:pt>
                <c:pt idx="597">
                  <c:v>423.64</c:v>
                </c:pt>
                <c:pt idx="598">
                  <c:v>2476.75</c:v>
                </c:pt>
                <c:pt idx="599">
                  <c:v>1670.97</c:v>
                </c:pt>
                <c:pt idx="600">
                  <c:v>72.31</c:v>
                </c:pt>
                <c:pt idx="601">
                  <c:v>124.1</c:v>
                </c:pt>
                <c:pt idx="602">
                  <c:v>104.16</c:v>
                </c:pt>
                <c:pt idx="603">
                  <c:v>657.07</c:v>
                </c:pt>
                <c:pt idx="604">
                  <c:v>97.8600000000000</c:v>
                </c:pt>
                <c:pt idx="605">
                  <c:v>457.82</c:v>
                </c:pt>
                <c:pt idx="606">
                  <c:v>824.25</c:v>
                </c:pt>
                <c:pt idx="607">
                  <c:v>2536.2</c:v>
                </c:pt>
                <c:pt idx="608">
                  <c:v>2715.8</c:v>
                </c:pt>
                <c:pt idx="609">
                  <c:v>1347.39</c:v>
                </c:pt>
                <c:pt idx="610">
                  <c:v>1948.1</c:v>
                </c:pt>
                <c:pt idx="611">
                  <c:v>305.17</c:v>
                </c:pt>
                <c:pt idx="612">
                  <c:v>1335.36</c:v>
                </c:pt>
                <c:pt idx="613">
                  <c:v>460.72</c:v>
                </c:pt>
                <c:pt idx="614">
                  <c:v>96.81</c:v>
                </c:pt>
                <c:pt idx="615">
                  <c:v>2300.7</c:v>
                </c:pt>
                <c:pt idx="616">
                  <c:v>1804.8</c:v>
                </c:pt>
                <c:pt idx="617">
                  <c:v>553.41</c:v>
                </c:pt>
                <c:pt idx="618">
                  <c:v>411.34</c:v>
                </c:pt>
                <c:pt idx="619">
                  <c:v>532.89</c:v>
                </c:pt>
                <c:pt idx="620">
                  <c:v>409.02</c:v>
                </c:pt>
                <c:pt idx="621">
                  <c:v>2380.05</c:v>
                </c:pt>
                <c:pt idx="622">
                  <c:v>1181.9</c:v>
                </c:pt>
                <c:pt idx="623">
                  <c:v>1188.0</c:v>
                </c:pt>
                <c:pt idx="624">
                  <c:v>1709.8</c:v>
                </c:pt>
                <c:pt idx="625">
                  <c:v>672.89</c:v>
                </c:pt>
                <c:pt idx="626">
                  <c:v>1314.96</c:v>
                </c:pt>
                <c:pt idx="627">
                  <c:v>1496.04</c:v>
                </c:pt>
                <c:pt idx="628">
                  <c:v>2793.15</c:v>
                </c:pt>
                <c:pt idx="629">
                  <c:v>59.19</c:v>
                </c:pt>
                <c:pt idx="630">
                  <c:v>1244.2</c:v>
                </c:pt>
                <c:pt idx="631">
                  <c:v>138.33</c:v>
                </c:pt>
                <c:pt idx="632">
                  <c:v>3390.8</c:v>
                </c:pt>
                <c:pt idx="633">
                  <c:v>3008.6</c:v>
                </c:pt>
                <c:pt idx="634">
                  <c:v>518.64</c:v>
                </c:pt>
                <c:pt idx="635">
                  <c:v>191.04</c:v>
                </c:pt>
                <c:pt idx="636">
                  <c:v>1484.28</c:v>
                </c:pt>
                <c:pt idx="637">
                  <c:v>1225.4</c:v>
                </c:pt>
                <c:pt idx="638">
                  <c:v>2313.08</c:v>
                </c:pt>
                <c:pt idx="639">
                  <c:v>529.19</c:v>
                </c:pt>
                <c:pt idx="640">
                  <c:v>1174.98</c:v>
                </c:pt>
                <c:pt idx="641">
                  <c:v>2270.28</c:v>
                </c:pt>
                <c:pt idx="642">
                  <c:v>426.1</c:v>
                </c:pt>
                <c:pt idx="643">
                  <c:v>438.37</c:v>
                </c:pt>
                <c:pt idx="644">
                  <c:v>732.46</c:v>
                </c:pt>
                <c:pt idx="645">
                  <c:v>300.1</c:v>
                </c:pt>
                <c:pt idx="646">
                  <c:v>1994.04</c:v>
                </c:pt>
                <c:pt idx="647">
                  <c:v>1018.17</c:v>
                </c:pt>
                <c:pt idx="648">
                  <c:v>1151.66</c:v>
                </c:pt>
                <c:pt idx="649">
                  <c:v>1285.96</c:v>
                </c:pt>
                <c:pt idx="650">
                  <c:v>744.46</c:v>
                </c:pt>
                <c:pt idx="651">
                  <c:v>1939.02</c:v>
                </c:pt>
                <c:pt idx="652">
                  <c:v>1709.2</c:v>
                </c:pt>
                <c:pt idx="653">
                  <c:v>2070.9</c:v>
                </c:pt>
                <c:pt idx="654">
                  <c:v>1147.11</c:v>
                </c:pt>
                <c:pt idx="655">
                  <c:v>265.2</c:v>
                </c:pt>
                <c:pt idx="656">
                  <c:v>378.12</c:v>
                </c:pt>
                <c:pt idx="657">
                  <c:v>351.16</c:v>
                </c:pt>
                <c:pt idx="658">
                  <c:v>92.72</c:v>
                </c:pt>
                <c:pt idx="659">
                  <c:v>1284.08</c:v>
                </c:pt>
                <c:pt idx="660">
                  <c:v>1303.14</c:v>
                </c:pt>
                <c:pt idx="661">
                  <c:v>1274.67</c:v>
                </c:pt>
                <c:pt idx="662">
                  <c:v>1316.67</c:v>
                </c:pt>
                <c:pt idx="663">
                  <c:v>72.6</c:v>
                </c:pt>
                <c:pt idx="664">
                  <c:v>779.0</c:v>
                </c:pt>
                <c:pt idx="665">
                  <c:v>925.04</c:v>
                </c:pt>
                <c:pt idx="666">
                  <c:v>1308.48</c:v>
                </c:pt>
                <c:pt idx="667">
                  <c:v>466.42</c:v>
                </c:pt>
                <c:pt idx="668">
                  <c:v>507.34</c:v>
                </c:pt>
                <c:pt idx="669">
                  <c:v>257.0</c:v>
                </c:pt>
                <c:pt idx="670">
                  <c:v>2156.8</c:v>
                </c:pt>
                <c:pt idx="671">
                  <c:v>253.7</c:v>
                </c:pt>
                <c:pt idx="672">
                  <c:v>1248.32</c:v>
                </c:pt>
                <c:pt idx="673">
                  <c:v>745.84</c:v>
                </c:pt>
                <c:pt idx="674">
                  <c:v>1435.0</c:v>
                </c:pt>
                <c:pt idx="675">
                  <c:v>1026.06</c:v>
                </c:pt>
                <c:pt idx="676">
                  <c:v>844.68</c:v>
                </c:pt>
                <c:pt idx="677">
                  <c:v>110.35</c:v>
                </c:pt>
                <c:pt idx="678">
                  <c:v>489.39</c:v>
                </c:pt>
                <c:pt idx="679">
                  <c:v>1081.98</c:v>
                </c:pt>
                <c:pt idx="680">
                  <c:v>1390.17</c:v>
                </c:pt>
                <c:pt idx="681">
                  <c:v>155.27</c:v>
                </c:pt>
                <c:pt idx="682">
                  <c:v>1528.26</c:v>
                </c:pt>
                <c:pt idx="683">
                  <c:v>2609.92</c:v>
                </c:pt>
                <c:pt idx="684">
                  <c:v>139.36</c:v>
                </c:pt>
                <c:pt idx="685">
                  <c:v>234.37</c:v>
                </c:pt>
                <c:pt idx="686">
                  <c:v>160.8</c:v>
                </c:pt>
                <c:pt idx="687">
                  <c:v>332.09</c:v>
                </c:pt>
                <c:pt idx="688">
                  <c:v>2372.88</c:v>
                </c:pt>
                <c:pt idx="689">
                  <c:v>889.68</c:v>
                </c:pt>
                <c:pt idx="690">
                  <c:v>24.48</c:v>
                </c:pt>
                <c:pt idx="691">
                  <c:v>717.24</c:v>
                </c:pt>
                <c:pt idx="692">
                  <c:v>984.2</c:v>
                </c:pt>
                <c:pt idx="693">
                  <c:v>176.58</c:v>
                </c:pt>
                <c:pt idx="694">
                  <c:v>2666.08</c:v>
                </c:pt>
                <c:pt idx="695">
                  <c:v>506.5</c:v>
                </c:pt>
                <c:pt idx="696">
                  <c:v>604.8</c:v>
                </c:pt>
                <c:pt idx="697">
                  <c:v>474.25</c:v>
                </c:pt>
                <c:pt idx="698">
                  <c:v>776.44</c:v>
                </c:pt>
                <c:pt idx="699">
                  <c:v>1842.45</c:v>
                </c:pt>
                <c:pt idx="700">
                  <c:v>185.82</c:v>
                </c:pt>
                <c:pt idx="701">
                  <c:v>276.66</c:v>
                </c:pt>
                <c:pt idx="702">
                  <c:v>1687.65</c:v>
                </c:pt>
                <c:pt idx="703">
                  <c:v>92.79</c:v>
                </c:pt>
                <c:pt idx="704">
                  <c:v>121.08</c:v>
                </c:pt>
                <c:pt idx="705">
                  <c:v>98.16</c:v>
                </c:pt>
                <c:pt idx="706">
                  <c:v>1140.45</c:v>
                </c:pt>
                <c:pt idx="707">
                  <c:v>2600.16</c:v>
                </c:pt>
                <c:pt idx="708">
                  <c:v>665.11</c:v>
                </c:pt>
                <c:pt idx="709">
                  <c:v>386.03</c:v>
                </c:pt>
                <c:pt idx="710">
                  <c:v>107.7</c:v>
                </c:pt>
                <c:pt idx="711">
                  <c:v>951.56</c:v>
                </c:pt>
                <c:pt idx="712">
                  <c:v>136.8</c:v>
                </c:pt>
                <c:pt idx="713">
                  <c:v>2129.96</c:v>
                </c:pt>
                <c:pt idx="714">
                  <c:v>51.73</c:v>
                </c:pt>
                <c:pt idx="715">
                  <c:v>1960.89</c:v>
                </c:pt>
                <c:pt idx="716">
                  <c:v>1362.87</c:v>
                </c:pt>
                <c:pt idx="717">
                  <c:v>366.33</c:v>
                </c:pt>
                <c:pt idx="718">
                  <c:v>258.96</c:v>
                </c:pt>
                <c:pt idx="719">
                  <c:v>1362.12</c:v>
                </c:pt>
                <c:pt idx="720">
                  <c:v>644.75</c:v>
                </c:pt>
                <c:pt idx="721">
                  <c:v>237.18</c:v>
                </c:pt>
                <c:pt idx="722">
                  <c:v>95.1</c:v>
                </c:pt>
                <c:pt idx="723">
                  <c:v>164.85</c:v>
                </c:pt>
                <c:pt idx="724">
                  <c:v>410.91</c:v>
                </c:pt>
                <c:pt idx="725">
                  <c:v>389.7</c:v>
                </c:pt>
                <c:pt idx="726">
                  <c:v>2332.08</c:v>
                </c:pt>
                <c:pt idx="727">
                  <c:v>478.75</c:v>
                </c:pt>
                <c:pt idx="728">
                  <c:v>1303.04</c:v>
                </c:pt>
                <c:pt idx="729">
                  <c:v>745.64</c:v>
                </c:pt>
                <c:pt idx="730">
                  <c:v>474.6</c:v>
                </c:pt>
                <c:pt idx="731">
                  <c:v>2922.3</c:v>
                </c:pt>
                <c:pt idx="732">
                  <c:v>132.05</c:v>
                </c:pt>
                <c:pt idx="733">
                  <c:v>1979.36</c:v>
                </c:pt>
                <c:pt idx="734">
                  <c:v>898.44</c:v>
                </c:pt>
                <c:pt idx="735">
                  <c:v>176.28</c:v>
                </c:pt>
                <c:pt idx="736">
                  <c:v>2092.65</c:v>
                </c:pt>
                <c:pt idx="737">
                  <c:v>2131.48</c:v>
                </c:pt>
                <c:pt idx="738">
                  <c:v>970.74</c:v>
                </c:pt>
                <c:pt idx="739">
                  <c:v>1546.92</c:v>
                </c:pt>
                <c:pt idx="740">
                  <c:v>754.94</c:v>
                </c:pt>
                <c:pt idx="741">
                  <c:v>1663.2</c:v>
                </c:pt>
                <c:pt idx="742">
                  <c:v>2099.79</c:v>
                </c:pt>
                <c:pt idx="743">
                  <c:v>576.35</c:v>
                </c:pt>
                <c:pt idx="744">
                  <c:v>922.74</c:v>
                </c:pt>
                <c:pt idx="745">
                  <c:v>445.2</c:v>
                </c:pt>
                <c:pt idx="746">
                  <c:v>1985.67</c:v>
                </c:pt>
                <c:pt idx="747">
                  <c:v>519.16</c:v>
                </c:pt>
                <c:pt idx="748">
                  <c:v>212.43</c:v>
                </c:pt>
                <c:pt idx="749">
                  <c:v>518.39</c:v>
                </c:pt>
                <c:pt idx="750">
                  <c:v>581.64</c:v>
                </c:pt>
                <c:pt idx="751">
                  <c:v>1199.72</c:v>
                </c:pt>
                <c:pt idx="752">
                  <c:v>1717.48</c:v>
                </c:pt>
                <c:pt idx="753">
                  <c:v>482.98</c:v>
                </c:pt>
                <c:pt idx="754">
                  <c:v>904.1</c:v>
                </c:pt>
                <c:pt idx="755">
                  <c:v>1010.13</c:v>
                </c:pt>
                <c:pt idx="756">
                  <c:v>283.69</c:v>
                </c:pt>
                <c:pt idx="757">
                  <c:v>157.72</c:v>
                </c:pt>
                <c:pt idx="758">
                  <c:v>1874.52</c:v>
                </c:pt>
                <c:pt idx="759">
                  <c:v>924.03</c:v>
                </c:pt>
                <c:pt idx="760">
                  <c:v>39.56</c:v>
                </c:pt>
                <c:pt idx="761">
                  <c:v>151.04</c:v>
                </c:pt>
                <c:pt idx="762">
                  <c:v>230.88</c:v>
                </c:pt>
                <c:pt idx="763">
                  <c:v>569.96</c:v>
                </c:pt>
                <c:pt idx="764">
                  <c:v>3137.15</c:v>
                </c:pt>
                <c:pt idx="765">
                  <c:v>1069.82</c:v>
                </c:pt>
                <c:pt idx="766">
                  <c:v>557.76</c:v>
                </c:pt>
                <c:pt idx="767">
                  <c:v>646.44</c:v>
                </c:pt>
                <c:pt idx="768">
                  <c:v>3267.3</c:v>
                </c:pt>
                <c:pt idx="769">
                  <c:v>2714.2</c:v>
                </c:pt>
                <c:pt idx="770">
                  <c:v>314.38</c:v>
                </c:pt>
                <c:pt idx="771">
                  <c:v>2077.32</c:v>
                </c:pt>
                <c:pt idx="772">
                  <c:v>604.87</c:v>
                </c:pt>
                <c:pt idx="773">
                  <c:v>1024.66</c:v>
                </c:pt>
                <c:pt idx="774">
                  <c:v>61.62</c:v>
                </c:pt>
                <c:pt idx="775">
                  <c:v>1250.44</c:v>
                </c:pt>
                <c:pt idx="776">
                  <c:v>21.19</c:v>
                </c:pt>
                <c:pt idx="777">
                  <c:v>322.45</c:v>
                </c:pt>
                <c:pt idx="778">
                  <c:v>987.4</c:v>
                </c:pt>
                <c:pt idx="779">
                  <c:v>1766.22</c:v>
                </c:pt>
                <c:pt idx="780">
                  <c:v>737.92</c:v>
                </c:pt>
                <c:pt idx="781">
                  <c:v>2621.3</c:v>
                </c:pt>
                <c:pt idx="782">
                  <c:v>987.26</c:v>
                </c:pt>
                <c:pt idx="783">
                  <c:v>438.34</c:v>
                </c:pt>
                <c:pt idx="784">
                  <c:v>325.81</c:v>
                </c:pt>
                <c:pt idx="785">
                  <c:v>176.1</c:v>
                </c:pt>
                <c:pt idx="786">
                  <c:v>226.55</c:v>
                </c:pt>
                <c:pt idx="787">
                  <c:v>887.84</c:v>
                </c:pt>
                <c:pt idx="788">
                  <c:v>1202.86</c:v>
                </c:pt>
                <c:pt idx="789">
                  <c:v>3456.4</c:v>
                </c:pt>
                <c:pt idx="790">
                  <c:v>1671.56</c:v>
                </c:pt>
                <c:pt idx="791">
                  <c:v>1637.12</c:v>
                </c:pt>
                <c:pt idx="792">
                  <c:v>712.7</c:v>
                </c:pt>
                <c:pt idx="793">
                  <c:v>851.1</c:v>
                </c:pt>
                <c:pt idx="794">
                  <c:v>1539.4</c:v>
                </c:pt>
                <c:pt idx="795">
                  <c:v>463.08</c:v>
                </c:pt>
                <c:pt idx="796">
                  <c:v>1738.65</c:v>
                </c:pt>
                <c:pt idx="797">
                  <c:v>877.52</c:v>
                </c:pt>
                <c:pt idx="798">
                  <c:v>2441.75</c:v>
                </c:pt>
                <c:pt idx="799">
                  <c:v>1314.24</c:v>
                </c:pt>
                <c:pt idx="800">
                  <c:v>68.39</c:v>
                </c:pt>
                <c:pt idx="801">
                  <c:v>2382.48</c:v>
                </c:pt>
                <c:pt idx="802">
                  <c:v>3223.2</c:v>
                </c:pt>
                <c:pt idx="803">
                  <c:v>1989.05</c:v>
                </c:pt>
                <c:pt idx="804">
                  <c:v>709.5</c:v>
                </c:pt>
                <c:pt idx="805">
                  <c:v>2360.05</c:v>
                </c:pt>
                <c:pt idx="806">
                  <c:v>1268.75</c:v>
                </c:pt>
                <c:pt idx="807">
                  <c:v>2028.63</c:v>
                </c:pt>
                <c:pt idx="808">
                  <c:v>402.15</c:v>
                </c:pt>
                <c:pt idx="809">
                  <c:v>1087.15</c:v>
                </c:pt>
                <c:pt idx="810">
                  <c:v>553.56</c:v>
                </c:pt>
                <c:pt idx="811">
                  <c:v>57.1</c:v>
                </c:pt>
                <c:pt idx="812">
                  <c:v>510.52</c:v>
                </c:pt>
                <c:pt idx="813">
                  <c:v>1462.7</c:v>
                </c:pt>
                <c:pt idx="814">
                  <c:v>590.04</c:v>
                </c:pt>
                <c:pt idx="815">
                  <c:v>1709.52</c:v>
                </c:pt>
                <c:pt idx="816">
                  <c:v>2873.95</c:v>
                </c:pt>
                <c:pt idx="817">
                  <c:v>2392.76</c:v>
                </c:pt>
                <c:pt idx="818">
                  <c:v>1563.36</c:v>
                </c:pt>
                <c:pt idx="819">
                  <c:v>796.9</c:v>
                </c:pt>
                <c:pt idx="820">
                  <c:v>3119.05</c:v>
                </c:pt>
                <c:pt idx="821">
                  <c:v>697.96</c:v>
                </c:pt>
                <c:pt idx="822">
                  <c:v>479.56</c:v>
                </c:pt>
                <c:pt idx="823">
                  <c:v>2612.52</c:v>
                </c:pt>
                <c:pt idx="824">
                  <c:v>1443.3</c:v>
                </c:pt>
                <c:pt idx="825">
                  <c:v>1358.45</c:v>
                </c:pt>
                <c:pt idx="826">
                  <c:v>1391.43</c:v>
                </c:pt>
                <c:pt idx="827">
                  <c:v>1279.76</c:v>
                </c:pt>
                <c:pt idx="828">
                  <c:v>1618.32</c:v>
                </c:pt>
                <c:pt idx="829">
                  <c:v>76.93</c:v>
                </c:pt>
                <c:pt idx="830">
                  <c:v>762.56</c:v>
                </c:pt>
                <c:pt idx="831">
                  <c:v>177.46</c:v>
                </c:pt>
                <c:pt idx="832">
                  <c:v>2428.55</c:v>
                </c:pt>
                <c:pt idx="833">
                  <c:v>391.45</c:v>
                </c:pt>
                <c:pt idx="834">
                  <c:v>110.7</c:v>
                </c:pt>
                <c:pt idx="835">
                  <c:v>679.65</c:v>
                </c:pt>
                <c:pt idx="836">
                  <c:v>178.44</c:v>
                </c:pt>
                <c:pt idx="837">
                  <c:v>3277.75</c:v>
                </c:pt>
                <c:pt idx="838">
                  <c:v>2308.32</c:v>
                </c:pt>
                <c:pt idx="839">
                  <c:v>593.91</c:v>
                </c:pt>
                <c:pt idx="840">
                  <c:v>1235.85</c:v>
                </c:pt>
                <c:pt idx="841">
                  <c:v>886.44</c:v>
                </c:pt>
                <c:pt idx="842">
                  <c:v>1092.42</c:v>
                </c:pt>
                <c:pt idx="843">
                  <c:v>1290.18</c:v>
                </c:pt>
                <c:pt idx="844">
                  <c:v>320.92</c:v>
                </c:pt>
                <c:pt idx="845">
                  <c:v>322.08</c:v>
                </c:pt>
                <c:pt idx="846">
                  <c:v>719.72</c:v>
                </c:pt>
                <c:pt idx="847">
                  <c:v>1736.92</c:v>
                </c:pt>
                <c:pt idx="848">
                  <c:v>1291.7</c:v>
                </c:pt>
                <c:pt idx="849">
                  <c:v>857.4</c:v>
                </c:pt>
                <c:pt idx="850">
                  <c:v>1915.5</c:v>
                </c:pt>
                <c:pt idx="851">
                  <c:v>365.57</c:v>
                </c:pt>
                <c:pt idx="852">
                  <c:v>1704.15</c:v>
                </c:pt>
                <c:pt idx="853">
                  <c:v>1470.03</c:v>
                </c:pt>
                <c:pt idx="854">
                  <c:v>1117.8</c:v>
                </c:pt>
                <c:pt idx="855">
                  <c:v>1203.05</c:v>
                </c:pt>
                <c:pt idx="856">
                  <c:v>586.62</c:v>
                </c:pt>
                <c:pt idx="857">
                  <c:v>773.52</c:v>
                </c:pt>
                <c:pt idx="858">
                  <c:v>2178.3</c:v>
                </c:pt>
                <c:pt idx="859">
                  <c:v>1306.65</c:v>
                </c:pt>
                <c:pt idx="860">
                  <c:v>422.54</c:v>
                </c:pt>
                <c:pt idx="861">
                  <c:v>1652.25</c:v>
                </c:pt>
                <c:pt idx="862">
                  <c:v>362.46</c:v>
                </c:pt>
                <c:pt idx="863">
                  <c:v>14.06</c:v>
                </c:pt>
                <c:pt idx="864">
                  <c:v>491.11</c:v>
                </c:pt>
                <c:pt idx="865">
                  <c:v>2709.48</c:v>
                </c:pt>
                <c:pt idx="866">
                  <c:v>946.25</c:v>
                </c:pt>
                <c:pt idx="867">
                  <c:v>570.32</c:v>
                </c:pt>
                <c:pt idx="868">
                  <c:v>1265.28</c:v>
                </c:pt>
                <c:pt idx="869">
                  <c:v>1067.9</c:v>
                </c:pt>
                <c:pt idx="870">
                  <c:v>1880.36</c:v>
                </c:pt>
                <c:pt idx="871">
                  <c:v>972.900000000000</c:v>
                </c:pt>
                <c:pt idx="872">
                  <c:v>2517.36</c:v>
                </c:pt>
                <c:pt idx="873">
                  <c:v>410.52</c:v>
                </c:pt>
                <c:pt idx="874">
                  <c:v>977.8</c:v>
                </c:pt>
                <c:pt idx="875">
                  <c:v>666.950000000000</c:v>
                </c:pt>
                <c:pt idx="876">
                  <c:v>3044.55</c:v>
                </c:pt>
                <c:pt idx="877">
                  <c:v>524.06</c:v>
                </c:pt>
                <c:pt idx="878">
                  <c:v>661.38</c:v>
                </c:pt>
                <c:pt idx="879">
                  <c:v>1095.34</c:v>
                </c:pt>
                <c:pt idx="880">
                  <c:v>934.8</c:v>
                </c:pt>
                <c:pt idx="881">
                  <c:v>897.7</c:v>
                </c:pt>
                <c:pt idx="882">
                  <c:v>548.24</c:v>
                </c:pt>
                <c:pt idx="883">
                  <c:v>2807.4</c:v>
                </c:pt>
                <c:pt idx="884">
                  <c:v>595.54</c:v>
                </c:pt>
                <c:pt idx="885">
                  <c:v>2062.36</c:v>
                </c:pt>
                <c:pt idx="886">
                  <c:v>460.13</c:v>
                </c:pt>
                <c:pt idx="887">
                  <c:v>514.98</c:v>
                </c:pt>
                <c:pt idx="888">
                  <c:v>533.9</c:v>
                </c:pt>
                <c:pt idx="889">
                  <c:v>3253.6</c:v>
                </c:pt>
                <c:pt idx="890">
                  <c:v>1318.59</c:v>
                </c:pt>
                <c:pt idx="891">
                  <c:v>1963.62</c:v>
                </c:pt>
                <c:pt idx="892">
                  <c:v>394.53</c:v>
                </c:pt>
                <c:pt idx="893">
                  <c:v>678.01</c:v>
                </c:pt>
                <c:pt idx="894">
                  <c:v>1725.03</c:v>
                </c:pt>
                <c:pt idx="895">
                  <c:v>463.92</c:v>
                </c:pt>
                <c:pt idx="896">
                  <c:v>441.87</c:v>
                </c:pt>
                <c:pt idx="897">
                  <c:v>1925.92</c:v>
                </c:pt>
                <c:pt idx="898">
                  <c:v>475.11</c:v>
                </c:pt>
                <c:pt idx="899">
                  <c:v>646.74</c:v>
                </c:pt>
                <c:pt idx="900">
                  <c:v>369.15</c:v>
                </c:pt>
                <c:pt idx="901">
                  <c:v>458.63</c:v>
                </c:pt>
                <c:pt idx="902">
                  <c:v>721.0</c:v>
                </c:pt>
                <c:pt idx="903">
                  <c:v>1420.47</c:v>
                </c:pt>
                <c:pt idx="904">
                  <c:v>949.72</c:v>
                </c:pt>
                <c:pt idx="905">
                  <c:v>442.39</c:v>
                </c:pt>
                <c:pt idx="906">
                  <c:v>62.12</c:v>
                </c:pt>
                <c:pt idx="907">
                  <c:v>1491.95</c:v>
                </c:pt>
                <c:pt idx="908">
                  <c:v>1395.86</c:v>
                </c:pt>
                <c:pt idx="909">
                  <c:v>583.7</c:v>
                </c:pt>
                <c:pt idx="910">
                  <c:v>926.94</c:v>
                </c:pt>
                <c:pt idx="911">
                  <c:v>1984.3</c:v>
                </c:pt>
                <c:pt idx="912">
                  <c:v>279.38</c:v>
                </c:pt>
                <c:pt idx="913">
                  <c:v>2379.75</c:v>
                </c:pt>
                <c:pt idx="914">
                  <c:v>626.6</c:v>
                </c:pt>
                <c:pt idx="915">
                  <c:v>2011.96</c:v>
                </c:pt>
                <c:pt idx="916">
                  <c:v>2894.15</c:v>
                </c:pt>
                <c:pt idx="917">
                  <c:v>1919.1</c:v>
                </c:pt>
                <c:pt idx="918">
                  <c:v>1841.25</c:v>
                </c:pt>
                <c:pt idx="919">
                  <c:v>749.2</c:v>
                </c:pt>
                <c:pt idx="920">
                  <c:v>856.18</c:v>
                </c:pt>
                <c:pt idx="921">
                  <c:v>438.93</c:v>
                </c:pt>
                <c:pt idx="922">
                  <c:v>1127.64</c:v>
                </c:pt>
                <c:pt idx="923">
                  <c:v>1949.79</c:v>
                </c:pt>
                <c:pt idx="924">
                  <c:v>1342.15</c:v>
                </c:pt>
                <c:pt idx="925">
                  <c:v>2512.35</c:v>
                </c:pt>
                <c:pt idx="926">
                  <c:v>26.95</c:v>
                </c:pt>
                <c:pt idx="927">
                  <c:v>258.76</c:v>
                </c:pt>
                <c:pt idx="928">
                  <c:v>741.33</c:v>
                </c:pt>
                <c:pt idx="929">
                  <c:v>1072.5</c:v>
                </c:pt>
                <c:pt idx="930">
                  <c:v>912.08</c:v>
                </c:pt>
                <c:pt idx="931">
                  <c:v>80.46</c:v>
                </c:pt>
                <c:pt idx="932">
                  <c:v>144.78</c:v>
                </c:pt>
                <c:pt idx="933">
                  <c:v>788.32</c:v>
                </c:pt>
                <c:pt idx="934">
                  <c:v>479.36</c:v>
                </c:pt>
                <c:pt idx="935">
                  <c:v>2078.13</c:v>
                </c:pt>
                <c:pt idx="936">
                  <c:v>226.64</c:v>
                </c:pt>
                <c:pt idx="937">
                  <c:v>597.06</c:v>
                </c:pt>
                <c:pt idx="938">
                  <c:v>994.380000000000</c:v>
                </c:pt>
                <c:pt idx="939">
                  <c:v>1042.8</c:v>
                </c:pt>
                <c:pt idx="940">
                  <c:v>1221.28</c:v>
                </c:pt>
                <c:pt idx="941">
                  <c:v>558.5</c:v>
                </c:pt>
                <c:pt idx="942">
                  <c:v>479.76</c:v>
                </c:pt>
                <c:pt idx="943">
                  <c:v>580.47</c:v>
                </c:pt>
                <c:pt idx="944">
                  <c:v>852.44</c:v>
                </c:pt>
                <c:pt idx="945">
                  <c:v>1382.2</c:v>
                </c:pt>
                <c:pt idx="946">
                  <c:v>809.92</c:v>
                </c:pt>
                <c:pt idx="947">
                  <c:v>1862.64</c:v>
                </c:pt>
                <c:pt idx="948">
                  <c:v>1188.14</c:v>
                </c:pt>
                <c:pt idx="949">
                  <c:v>551.9</c:v>
                </c:pt>
                <c:pt idx="950">
                  <c:v>596.24</c:v>
                </c:pt>
                <c:pt idx="951">
                  <c:v>612.48</c:v>
                </c:pt>
                <c:pt idx="952">
                  <c:v>1510.17</c:v>
                </c:pt>
                <c:pt idx="953">
                  <c:v>131.61</c:v>
                </c:pt>
                <c:pt idx="954">
                  <c:v>1330.32</c:v>
                </c:pt>
                <c:pt idx="955">
                  <c:v>408.13</c:v>
                </c:pt>
                <c:pt idx="956">
                  <c:v>321.96</c:v>
                </c:pt>
                <c:pt idx="957">
                  <c:v>3219.45</c:v>
                </c:pt>
                <c:pt idx="958">
                  <c:v>475.98</c:v>
                </c:pt>
                <c:pt idx="959">
                  <c:v>287.64</c:v>
                </c:pt>
                <c:pt idx="960">
                  <c:v>1137.21</c:v>
                </c:pt>
                <c:pt idx="961">
                  <c:v>601.36</c:v>
                </c:pt>
                <c:pt idx="962">
                  <c:v>284.16</c:v>
                </c:pt>
                <c:pt idx="963">
                  <c:v>2651.7</c:v>
                </c:pt>
                <c:pt idx="964">
                  <c:v>1822.1</c:v>
                </c:pt>
                <c:pt idx="965">
                  <c:v>2313.12</c:v>
                </c:pt>
                <c:pt idx="966">
                  <c:v>1402.6</c:v>
                </c:pt>
                <c:pt idx="967">
                  <c:v>3194.6</c:v>
                </c:pt>
                <c:pt idx="968">
                  <c:v>1648.8</c:v>
                </c:pt>
                <c:pt idx="969">
                  <c:v>440.34</c:v>
                </c:pt>
                <c:pt idx="970">
                  <c:v>627.15</c:v>
                </c:pt>
                <c:pt idx="971">
                  <c:v>1210.52</c:v>
                </c:pt>
                <c:pt idx="972">
                  <c:v>90.27</c:v>
                </c:pt>
                <c:pt idx="973">
                  <c:v>1153.85</c:v>
                </c:pt>
                <c:pt idx="974">
                  <c:v>1333.9</c:v>
                </c:pt>
                <c:pt idx="975">
                  <c:v>105.92</c:v>
                </c:pt>
                <c:pt idx="976">
                  <c:v>1767.9</c:v>
                </c:pt>
                <c:pt idx="977">
                  <c:v>2597.88</c:v>
                </c:pt>
                <c:pt idx="978">
                  <c:v>429.96</c:v>
                </c:pt>
                <c:pt idx="979">
                  <c:v>2007.18</c:v>
                </c:pt>
                <c:pt idx="980">
                  <c:v>208.95</c:v>
                </c:pt>
                <c:pt idx="981">
                  <c:v>547.32</c:v>
                </c:pt>
                <c:pt idx="982">
                  <c:v>304.11</c:v>
                </c:pt>
                <c:pt idx="983">
                  <c:v>1185.12</c:v>
                </c:pt>
                <c:pt idx="984">
                  <c:v>77.64</c:v>
                </c:pt>
                <c:pt idx="985">
                  <c:v>243.71</c:v>
                </c:pt>
                <c:pt idx="986">
                  <c:v>2579.84</c:v>
                </c:pt>
                <c:pt idx="987">
                  <c:v>1418.65</c:v>
                </c:pt>
                <c:pt idx="988">
                  <c:v>1259.12</c:v>
                </c:pt>
                <c:pt idx="989">
                  <c:v>984.44</c:v>
                </c:pt>
                <c:pt idx="990">
                  <c:v>836.52</c:v>
                </c:pt>
                <c:pt idx="991">
                  <c:v>635.900000000000</c:v>
                </c:pt>
                <c:pt idx="992">
                  <c:v>1758.63</c:v>
                </c:pt>
                <c:pt idx="993">
                  <c:v>802.350000000000</c:v>
                </c:pt>
                <c:pt idx="994">
                  <c:v>2462.6</c:v>
                </c:pt>
                <c:pt idx="995">
                  <c:v>226.58</c:v>
                </c:pt>
                <c:pt idx="996">
                  <c:v>1895.44</c:v>
                </c:pt>
                <c:pt idx="997">
                  <c:v>1334.25</c:v>
                </c:pt>
                <c:pt idx="998">
                  <c:v>367.34</c:v>
                </c:pt>
                <c:pt idx="999">
                  <c:v>483.38</c:v>
                </c:pt>
                <c:pt idx="1000">
                  <c:v>1304.65</c:v>
                </c:pt>
                <c:pt idx="1001">
                  <c:v>507.36</c:v>
                </c:pt>
                <c:pt idx="1002">
                  <c:v>2799.52</c:v>
                </c:pt>
                <c:pt idx="1003">
                  <c:v>1599.85</c:v>
                </c:pt>
                <c:pt idx="1004">
                  <c:v>987.64</c:v>
                </c:pt>
                <c:pt idx="1005">
                  <c:v>1178.55</c:v>
                </c:pt>
                <c:pt idx="1006">
                  <c:v>2104.9</c:v>
                </c:pt>
                <c:pt idx="1007">
                  <c:v>146.52</c:v>
                </c:pt>
                <c:pt idx="1008">
                  <c:v>1232.64</c:v>
                </c:pt>
                <c:pt idx="1009">
                  <c:v>352.92</c:v>
                </c:pt>
                <c:pt idx="1010">
                  <c:v>1978.71</c:v>
                </c:pt>
                <c:pt idx="1011">
                  <c:v>956.72</c:v>
                </c:pt>
                <c:pt idx="1012">
                  <c:v>120.2</c:v>
                </c:pt>
                <c:pt idx="1013">
                  <c:v>1202.24</c:v>
                </c:pt>
                <c:pt idx="1014">
                  <c:v>1132.25</c:v>
                </c:pt>
                <c:pt idx="1015">
                  <c:v>698.8</c:v>
                </c:pt>
                <c:pt idx="1016">
                  <c:v>1343.9</c:v>
                </c:pt>
                <c:pt idx="1017">
                  <c:v>1361.7</c:v>
                </c:pt>
                <c:pt idx="1018">
                  <c:v>547.440000000000</c:v>
                </c:pt>
                <c:pt idx="1019">
                  <c:v>277.09</c:v>
                </c:pt>
                <c:pt idx="1020">
                  <c:v>53.0</c:v>
                </c:pt>
                <c:pt idx="1021">
                  <c:v>945.81</c:v>
                </c:pt>
                <c:pt idx="1022">
                  <c:v>1352.94</c:v>
                </c:pt>
                <c:pt idx="1023">
                  <c:v>1168.35</c:v>
                </c:pt>
                <c:pt idx="1024">
                  <c:v>1103.25</c:v>
                </c:pt>
                <c:pt idx="1025">
                  <c:v>23.53</c:v>
                </c:pt>
                <c:pt idx="1026">
                  <c:v>677.48</c:v>
                </c:pt>
                <c:pt idx="1027">
                  <c:v>2219.32</c:v>
                </c:pt>
                <c:pt idx="1028">
                  <c:v>1761.24</c:v>
                </c:pt>
                <c:pt idx="1029">
                  <c:v>87.06</c:v>
                </c:pt>
                <c:pt idx="1030">
                  <c:v>981.12</c:v>
                </c:pt>
                <c:pt idx="1031">
                  <c:v>3322.55</c:v>
                </c:pt>
                <c:pt idx="1032">
                  <c:v>618.68</c:v>
                </c:pt>
                <c:pt idx="1033">
                  <c:v>370.85</c:v>
                </c:pt>
                <c:pt idx="1034">
                  <c:v>2071.92</c:v>
                </c:pt>
                <c:pt idx="1035">
                  <c:v>2024.44</c:v>
                </c:pt>
                <c:pt idx="1036">
                  <c:v>1241.49</c:v>
                </c:pt>
                <c:pt idx="1037">
                  <c:v>249.81</c:v>
                </c:pt>
                <c:pt idx="1038">
                  <c:v>1087.59</c:v>
                </c:pt>
                <c:pt idx="1039">
                  <c:v>598.46</c:v>
                </c:pt>
                <c:pt idx="1040">
                  <c:v>536.07</c:v>
                </c:pt>
                <c:pt idx="1041">
                  <c:v>2235.6</c:v>
                </c:pt>
                <c:pt idx="1042">
                  <c:v>819.5</c:v>
                </c:pt>
                <c:pt idx="1043">
                  <c:v>359.92</c:v>
                </c:pt>
                <c:pt idx="1044">
                  <c:v>38.49</c:v>
                </c:pt>
                <c:pt idx="1045">
                  <c:v>1582.0</c:v>
                </c:pt>
                <c:pt idx="1046">
                  <c:v>1641.45</c:v>
                </c:pt>
                <c:pt idx="1047">
                  <c:v>2161.36</c:v>
                </c:pt>
                <c:pt idx="1048">
                  <c:v>294.6</c:v>
                </c:pt>
                <c:pt idx="1049">
                  <c:v>1959.3</c:v>
                </c:pt>
                <c:pt idx="1050">
                  <c:v>348.5</c:v>
                </c:pt>
                <c:pt idx="1051">
                  <c:v>132.15</c:v>
                </c:pt>
                <c:pt idx="1052">
                  <c:v>531.74</c:v>
                </c:pt>
                <c:pt idx="1053">
                  <c:v>993.24</c:v>
                </c:pt>
                <c:pt idx="1054">
                  <c:v>660.66</c:v>
                </c:pt>
                <c:pt idx="1055">
                  <c:v>1099.28</c:v>
                </c:pt>
                <c:pt idx="1056">
                  <c:v>972.7</c:v>
                </c:pt>
                <c:pt idx="1057">
                  <c:v>1286.64</c:v>
                </c:pt>
                <c:pt idx="1058">
                  <c:v>824.28</c:v>
                </c:pt>
                <c:pt idx="1059">
                  <c:v>265.64</c:v>
                </c:pt>
                <c:pt idx="1060">
                  <c:v>546.86</c:v>
                </c:pt>
                <c:pt idx="1061">
                  <c:v>658.5</c:v>
                </c:pt>
                <c:pt idx="1062">
                  <c:v>427.6</c:v>
                </c:pt>
                <c:pt idx="1063">
                  <c:v>641.36</c:v>
                </c:pt>
                <c:pt idx="1064">
                  <c:v>795.24</c:v>
                </c:pt>
                <c:pt idx="1065">
                  <c:v>3334.0</c:v>
                </c:pt>
                <c:pt idx="1066">
                  <c:v>355.09</c:v>
                </c:pt>
                <c:pt idx="1067">
                  <c:v>632.4</c:v>
                </c:pt>
                <c:pt idx="1068">
                  <c:v>133.39</c:v>
                </c:pt>
                <c:pt idx="1069">
                  <c:v>454.23</c:v>
                </c:pt>
                <c:pt idx="1070">
                  <c:v>1965.16</c:v>
                </c:pt>
                <c:pt idx="1071">
                  <c:v>510.28</c:v>
                </c:pt>
                <c:pt idx="1072">
                  <c:v>392.61</c:v>
                </c:pt>
                <c:pt idx="1073">
                  <c:v>1448.24</c:v>
                </c:pt>
                <c:pt idx="1074">
                  <c:v>222.73</c:v>
                </c:pt>
                <c:pt idx="1075">
                  <c:v>1105.26</c:v>
                </c:pt>
                <c:pt idx="1076">
                  <c:v>2746.44</c:v>
                </c:pt>
                <c:pt idx="1077">
                  <c:v>915.48</c:v>
                </c:pt>
                <c:pt idx="1078">
                  <c:v>41.09</c:v>
                </c:pt>
                <c:pt idx="1079">
                  <c:v>3170.0</c:v>
                </c:pt>
                <c:pt idx="1080">
                  <c:v>2323.7</c:v>
                </c:pt>
                <c:pt idx="1081">
                  <c:v>1702.4</c:v>
                </c:pt>
                <c:pt idx="1082">
                  <c:v>1719.66</c:v>
                </c:pt>
                <c:pt idx="1083">
                  <c:v>123.28</c:v>
                </c:pt>
                <c:pt idx="1084">
                  <c:v>70.82</c:v>
                </c:pt>
                <c:pt idx="1085">
                  <c:v>1293.38</c:v>
                </c:pt>
                <c:pt idx="1086">
                  <c:v>1026.84</c:v>
                </c:pt>
                <c:pt idx="1087">
                  <c:v>2772.28</c:v>
                </c:pt>
                <c:pt idx="1088">
                  <c:v>1474.29</c:v>
                </c:pt>
                <c:pt idx="1089">
                  <c:v>1199.48</c:v>
                </c:pt>
                <c:pt idx="1090">
                  <c:v>1300.5</c:v>
                </c:pt>
                <c:pt idx="1091">
                  <c:v>628.440000000000</c:v>
                </c:pt>
                <c:pt idx="1092">
                  <c:v>1046.0</c:v>
                </c:pt>
                <c:pt idx="1093">
                  <c:v>789.44</c:v>
                </c:pt>
                <c:pt idx="1094">
                  <c:v>2595.64</c:v>
                </c:pt>
                <c:pt idx="1095">
                  <c:v>883.08</c:v>
                </c:pt>
                <c:pt idx="1096">
                  <c:v>929.84</c:v>
                </c:pt>
                <c:pt idx="1097">
                  <c:v>2532.25</c:v>
                </c:pt>
                <c:pt idx="1098">
                  <c:v>1023.44</c:v>
                </c:pt>
                <c:pt idx="1099">
                  <c:v>250.46</c:v>
                </c:pt>
                <c:pt idx="1100">
                  <c:v>190.55</c:v>
                </c:pt>
                <c:pt idx="1101">
                  <c:v>485.91</c:v>
                </c:pt>
                <c:pt idx="1102">
                  <c:v>1388.68</c:v>
                </c:pt>
                <c:pt idx="1103">
                  <c:v>1105.28</c:v>
                </c:pt>
                <c:pt idx="1104">
                  <c:v>1259.04</c:v>
                </c:pt>
                <c:pt idx="1105">
                  <c:v>1427.07</c:v>
                </c:pt>
                <c:pt idx="1106">
                  <c:v>372.8</c:v>
                </c:pt>
                <c:pt idx="1107">
                  <c:v>126.42</c:v>
                </c:pt>
                <c:pt idx="1108">
                  <c:v>634.94</c:v>
                </c:pt>
                <c:pt idx="1109">
                  <c:v>309.88</c:v>
                </c:pt>
                <c:pt idx="1110">
                  <c:v>252.93</c:v>
                </c:pt>
                <c:pt idx="1111">
                  <c:v>937.8</c:v>
                </c:pt>
                <c:pt idx="1112">
                  <c:v>356.81</c:v>
                </c:pt>
                <c:pt idx="1113">
                  <c:v>839.96</c:v>
                </c:pt>
                <c:pt idx="1114">
                  <c:v>1979.64</c:v>
                </c:pt>
                <c:pt idx="1115">
                  <c:v>672.64</c:v>
                </c:pt>
                <c:pt idx="1116">
                  <c:v>1062.98</c:v>
                </c:pt>
                <c:pt idx="1117">
                  <c:v>1765.32</c:v>
                </c:pt>
                <c:pt idx="1118">
                  <c:v>754.440000000000</c:v>
                </c:pt>
                <c:pt idx="1119">
                  <c:v>684.65</c:v>
                </c:pt>
                <c:pt idx="1120">
                  <c:v>195.86</c:v>
                </c:pt>
                <c:pt idx="1121">
                  <c:v>151.02</c:v>
                </c:pt>
                <c:pt idx="1122">
                  <c:v>3390.95</c:v>
                </c:pt>
                <c:pt idx="1123">
                  <c:v>1662.75</c:v>
                </c:pt>
                <c:pt idx="1124">
                  <c:v>2307.48</c:v>
                </c:pt>
                <c:pt idx="1125">
                  <c:v>1633.44</c:v>
                </c:pt>
                <c:pt idx="1126">
                  <c:v>950.550000000000</c:v>
                </c:pt>
                <c:pt idx="1127">
                  <c:v>1808.25</c:v>
                </c:pt>
                <c:pt idx="1128">
                  <c:v>1940.37</c:v>
                </c:pt>
                <c:pt idx="1129">
                  <c:v>1674.84</c:v>
                </c:pt>
                <c:pt idx="1130">
                  <c:v>646.9</c:v>
                </c:pt>
                <c:pt idx="1131">
                  <c:v>694.5</c:v>
                </c:pt>
                <c:pt idx="1132">
                  <c:v>674.64</c:v>
                </c:pt>
                <c:pt idx="1133">
                  <c:v>935.82</c:v>
                </c:pt>
                <c:pt idx="1134">
                  <c:v>153.12</c:v>
                </c:pt>
                <c:pt idx="1135">
                  <c:v>146.82</c:v>
                </c:pt>
                <c:pt idx="1136">
                  <c:v>2004.99</c:v>
                </c:pt>
                <c:pt idx="1137">
                  <c:v>1640.84</c:v>
                </c:pt>
                <c:pt idx="1138">
                  <c:v>1177.64</c:v>
                </c:pt>
                <c:pt idx="1139">
                  <c:v>1505.46</c:v>
                </c:pt>
                <c:pt idx="1140">
                  <c:v>1105.66</c:v>
                </c:pt>
                <c:pt idx="1141">
                  <c:v>1495.98</c:v>
                </c:pt>
                <c:pt idx="1142">
                  <c:v>2780.4</c:v>
                </c:pt>
                <c:pt idx="1143">
                  <c:v>381.61</c:v>
                </c:pt>
                <c:pt idx="1144">
                  <c:v>2539.7</c:v>
                </c:pt>
                <c:pt idx="1145">
                  <c:v>1714.59</c:v>
                </c:pt>
                <c:pt idx="1146">
                  <c:v>2107.2</c:v>
                </c:pt>
                <c:pt idx="1147">
                  <c:v>1176.6</c:v>
                </c:pt>
                <c:pt idx="1148">
                  <c:v>355.15</c:v>
                </c:pt>
                <c:pt idx="1149">
                  <c:v>1390.58</c:v>
                </c:pt>
                <c:pt idx="1150">
                  <c:v>1210.6</c:v>
                </c:pt>
                <c:pt idx="1151">
                  <c:v>1216.08</c:v>
                </c:pt>
                <c:pt idx="1152">
                  <c:v>688.36</c:v>
                </c:pt>
                <c:pt idx="1153">
                  <c:v>2786.84</c:v>
                </c:pt>
                <c:pt idx="1154">
                  <c:v>595.89</c:v>
                </c:pt>
                <c:pt idx="1155">
                  <c:v>2138.28</c:v>
                </c:pt>
                <c:pt idx="1156">
                  <c:v>2763.12</c:v>
                </c:pt>
                <c:pt idx="1157">
                  <c:v>904.650000000000</c:v>
                </c:pt>
                <c:pt idx="1158">
                  <c:v>109.68</c:v>
                </c:pt>
                <c:pt idx="1159">
                  <c:v>1866.8</c:v>
                </c:pt>
                <c:pt idx="1160">
                  <c:v>541.64</c:v>
                </c:pt>
                <c:pt idx="1161">
                  <c:v>11.39</c:v>
                </c:pt>
                <c:pt idx="1162">
                  <c:v>448.74</c:v>
                </c:pt>
                <c:pt idx="1163">
                  <c:v>918.870000000000</c:v>
                </c:pt>
                <c:pt idx="1164">
                  <c:v>1577.85</c:v>
                </c:pt>
                <c:pt idx="1165">
                  <c:v>671.37</c:v>
                </c:pt>
                <c:pt idx="1166">
                  <c:v>973.410000000000</c:v>
                </c:pt>
                <c:pt idx="1167">
                  <c:v>185.74</c:v>
                </c:pt>
                <c:pt idx="1168">
                  <c:v>662.84</c:v>
                </c:pt>
                <c:pt idx="1169">
                  <c:v>525.43</c:v>
                </c:pt>
                <c:pt idx="1170">
                  <c:v>1394.38</c:v>
                </c:pt>
                <c:pt idx="1171">
                  <c:v>2073.6</c:v>
                </c:pt>
                <c:pt idx="1172">
                  <c:v>395.88</c:v>
                </c:pt>
                <c:pt idx="1173">
                  <c:v>208.36</c:v>
                </c:pt>
                <c:pt idx="1174">
                  <c:v>667.02</c:v>
                </c:pt>
                <c:pt idx="1175">
                  <c:v>275.22</c:v>
                </c:pt>
                <c:pt idx="1176">
                  <c:v>427.66</c:v>
                </c:pt>
                <c:pt idx="1177">
                  <c:v>127.55</c:v>
                </c:pt>
                <c:pt idx="1178">
                  <c:v>70.24</c:v>
                </c:pt>
                <c:pt idx="1179">
                  <c:v>2592.75</c:v>
                </c:pt>
                <c:pt idx="1180">
                  <c:v>1193.44</c:v>
                </c:pt>
                <c:pt idx="1181">
                  <c:v>476.22</c:v>
                </c:pt>
                <c:pt idx="1182">
                  <c:v>840.58</c:v>
                </c:pt>
                <c:pt idx="1183">
                  <c:v>281.52</c:v>
                </c:pt>
                <c:pt idx="1184">
                  <c:v>204.08</c:v>
                </c:pt>
                <c:pt idx="1185">
                  <c:v>343.31</c:v>
                </c:pt>
                <c:pt idx="1186">
                  <c:v>163.32</c:v>
                </c:pt>
                <c:pt idx="1187">
                  <c:v>369.2</c:v>
                </c:pt>
                <c:pt idx="1188">
                  <c:v>742.58</c:v>
                </c:pt>
                <c:pt idx="1189">
                  <c:v>1946.1</c:v>
                </c:pt>
                <c:pt idx="1190">
                  <c:v>1849.17</c:v>
                </c:pt>
                <c:pt idx="1191">
                  <c:v>1505.72</c:v>
                </c:pt>
                <c:pt idx="1192">
                  <c:v>1298.55</c:v>
                </c:pt>
                <c:pt idx="1193">
                  <c:v>687.89</c:v>
                </c:pt>
                <c:pt idx="1194">
                  <c:v>568.320000000000</c:v>
                </c:pt>
                <c:pt idx="1195">
                  <c:v>107.04</c:v>
                </c:pt>
                <c:pt idx="1196">
                  <c:v>1325.06</c:v>
                </c:pt>
                <c:pt idx="1197">
                  <c:v>873.68</c:v>
                </c:pt>
                <c:pt idx="1198">
                  <c:v>1050.08</c:v>
                </c:pt>
                <c:pt idx="1199">
                  <c:v>2242.32</c:v>
                </c:pt>
              </c:numCache>
            </c:numRef>
          </c:yVal>
          <c:smooth val="0"/>
        </c:ser>
        <c:dLbls>
          <c:showLegendKey val="0"/>
          <c:showVal val="0"/>
          <c:showCatName val="0"/>
          <c:showSerName val="0"/>
          <c:showPercent val="0"/>
          <c:showBubbleSize val="0"/>
        </c:dLbls>
        <c:axId val="543345848"/>
        <c:axId val="543346208"/>
      </c:scatterChart>
      <c:valAx>
        <c:axId val="5433458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Quantity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346208"/>
        <c:crosses val="autoZero"/>
        <c:crossBetween val="midCat"/>
      </c:valAx>
      <c:valAx>
        <c:axId val="54334620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TotalPrice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34584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[Exploratory Data Analysis.xlsx]Pivot Table and Charts!PivotTable17</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Product</a:t>
            </a:r>
            <a:r>
              <a:rPr lang="en-US" baseline="0"/>
              <a:t> by Total Revenue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 and Charts'!$B$3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Charts'!$A$4:$A$11</c:f>
              <c:strCache>
                <c:ptCount val="7"/>
                <c:pt idx="0">
                  <c:v>Phone</c:v>
                </c:pt>
                <c:pt idx="1">
                  <c:v>Desk</c:v>
                </c:pt>
                <c:pt idx="2">
                  <c:v>Monitor</c:v>
                </c:pt>
                <c:pt idx="3">
                  <c:v>Tablet</c:v>
                </c:pt>
                <c:pt idx="4">
                  <c:v>Laptop</c:v>
                </c:pt>
                <c:pt idx="5">
                  <c:v>Printer</c:v>
                </c:pt>
                <c:pt idx="6">
                  <c:v>Chair</c:v>
                </c:pt>
              </c:strCache>
            </c:strRef>
          </c:cat>
          <c:val>
            <c:numRef>
              <c:f>'Pivot Table and Charts'!$B$4:$B$11</c:f>
              <c:numCache>
                <c:formatCode>_(* #,##0.00_);_(* \(#,##0.00\);_(* "-"??_);_(@_)</c:formatCode>
                <c:ptCount val="7"/>
                <c:pt idx="0">
                  <c:v>151722.39</c:v>
                </c:pt>
                <c:pt idx="1">
                  <c:v>167459.93</c:v>
                </c:pt>
                <c:pt idx="2">
                  <c:v>175651.410000000</c:v>
                </c:pt>
                <c:pt idx="3">
                  <c:v>186568.950000000</c:v>
                </c:pt>
                <c:pt idx="4">
                  <c:v>192126.560000000</c:v>
                </c:pt>
                <c:pt idx="5">
                  <c:v>195612.610000000</c:v>
                </c:pt>
                <c:pt idx="6">
                  <c:v>195620.110000000</c:v>
                </c:pt>
              </c:numCache>
            </c:numRef>
          </c:val>
        </c:ser>
        <c:dLbls>
          <c:dLblPos val="outEnd"/>
          <c:showLegendKey val="0"/>
          <c:showVal val="1"/>
          <c:showCatName val="0"/>
          <c:showSerName val="0"/>
          <c:showPercent val="0"/>
          <c:showBubbleSize val="0"/>
        </c:dLbls>
        <c:gapWidth val="182"/>
        <c:axId val="550707528"/>
        <c:axId val="550706088"/>
      </c:barChart>
      <c:catAx>
        <c:axId val="55070752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10" b="0" i="0" u="none" strike="noStrike" kern="1200" baseline="0">
                <a:solidFill>
                  <a:schemeClr val="tx1">
                    <a:lumMod val="65000"/>
                    <a:lumOff val="35000"/>
                  </a:schemeClr>
                </a:solidFill>
                <a:latin typeface="+mn-lt"/>
                <a:ea typeface="+mn-ea"/>
                <a:cs typeface="+mn-cs"/>
              </a:defRPr>
            </a:pPr>
            <a:endParaRPr lang="en-US"/>
          </a:p>
        </c:txPr>
        <c:crossAx val="550706088"/>
        <c:crosses val="autoZero"/>
        <c:auto val="1"/>
        <c:lblAlgn val="ctr"/>
        <c:lblOffset val="100"/>
        <c:noMultiLvlLbl val="0"/>
      </c:catAx>
      <c:valAx>
        <c:axId val="550706088"/>
        <c:scaling>
          <c:orientation val="minMax"/>
        </c:scaling>
        <c:delete val="0"/>
        <c:axPos val="b"/>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07075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[Exploratory Data Analysis.xlsx]Pivot Table and Charts!PivotTable19</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Referral source by Total Revenue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 and Charts'!$B$24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Charts'!$A$25:$A$30</c:f>
              <c:strCache>
                <c:ptCount val="5"/>
                <c:pt idx="0">
                  <c:v>Email</c:v>
                </c:pt>
                <c:pt idx="1">
                  <c:v>Facebook</c:v>
                </c:pt>
                <c:pt idx="2">
                  <c:v>Google</c:v>
                </c:pt>
                <c:pt idx="3">
                  <c:v>Instagram</c:v>
                </c:pt>
                <c:pt idx="4">
                  <c:v>Referral</c:v>
                </c:pt>
              </c:strCache>
            </c:strRef>
          </c:cat>
          <c:val>
            <c:numRef>
              <c:f>'Pivot Table and Charts'!$B$25:$B$30</c:f>
              <c:numCache>
                <c:formatCode>_(* #,##0.00_);_(* \(#,##0.00\);_(* "-"??_);_(@_)</c:formatCode>
                <c:ptCount val="5"/>
                <c:pt idx="0">
                  <c:v>261808.550000000</c:v>
                </c:pt>
                <c:pt idx="1">
                  <c:v>250410.9</c:v>
                </c:pt>
                <c:pt idx="2">
                  <c:v>250441.480000000</c:v>
                </c:pt>
                <c:pt idx="3">
                  <c:v>275285.450000000</c:v>
                </c:pt>
                <c:pt idx="4">
                  <c:v>226815.580000000</c:v>
                </c:pt>
              </c:numCache>
            </c:numRef>
          </c:val>
        </c:ser>
        <c:dLbls>
          <c:dLblPos val="outEnd"/>
          <c:showLegendKey val="0"/>
          <c:showVal val="1"/>
          <c:showCatName val="0"/>
          <c:showSerName val="0"/>
          <c:showPercent val="0"/>
          <c:showBubbleSize val="0"/>
        </c:dLbls>
        <c:gapWidth val="182"/>
        <c:axId val="550707888"/>
        <c:axId val="550711488"/>
      </c:barChart>
      <c:catAx>
        <c:axId val="550707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0711488"/>
        <c:crosses val="autoZero"/>
        <c:auto val="1"/>
        <c:lblAlgn val="ctr"/>
        <c:lblOffset val="100"/>
        <c:noMultiLvlLbl val="0"/>
      </c:catAx>
      <c:valAx>
        <c:axId val="550711488"/>
        <c:scaling>
          <c:orientation val="minMax"/>
        </c:scaling>
        <c:delete val="0"/>
        <c:axPos val="l"/>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07078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[Exploratory Data Analysis.xlsx]Pivot Table and Charts!PivotTable18</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Order</a:t>
            </a:r>
            <a:r>
              <a:rPr lang="en-US" baseline="0"/>
              <a:t> status by Total Revenue</a:t>
            </a:r>
            <a:endParaRPr lang="en-US"/>
          </a:p>
        </c:rich>
      </c:tx>
      <c:layout>
        <c:manualLayout>
          <c:xMode val="edge"/>
          <c:yMode val="edge"/>
          <c:x val="0.24593044619422572"/>
          <c:y val="0.01743678775992889"/>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 and Charts'!$B$14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Charts'!$A$15:$A$20</c:f>
              <c:strCache>
                <c:ptCount val="5"/>
                <c:pt idx="0">
                  <c:v>Cancelled</c:v>
                </c:pt>
                <c:pt idx="1">
                  <c:v>Pending</c:v>
                </c:pt>
                <c:pt idx="2">
                  <c:v>Shipped</c:v>
                </c:pt>
                <c:pt idx="3">
                  <c:v>Returned</c:v>
                </c:pt>
                <c:pt idx="4">
                  <c:v>Delivered</c:v>
                </c:pt>
              </c:strCache>
            </c:strRef>
          </c:cat>
          <c:val>
            <c:numRef>
              <c:f>'Pivot Table and Charts'!$B$15:$B$20</c:f>
              <c:numCache>
                <c:formatCode>_(* #,##0.00_);_(* \(#,##0.00\);_(* "-"??_);_(@_)</c:formatCode>
                <c:ptCount val="5"/>
                <c:pt idx="0">
                  <c:v>276396.210000000</c:v>
                </c:pt>
                <c:pt idx="1">
                  <c:v>256328.150000000</c:v>
                </c:pt>
                <c:pt idx="2">
                  <c:v>246159.580000000</c:v>
                </c:pt>
                <c:pt idx="3">
                  <c:v>243277.700000000</c:v>
                </c:pt>
                <c:pt idx="4">
                  <c:v>242600.320000000</c:v>
                </c:pt>
              </c:numCache>
            </c:numRef>
          </c:val>
        </c:ser>
        <c:dLbls>
          <c:dLblPos val="outEnd"/>
          <c:showLegendKey val="0"/>
          <c:showVal val="1"/>
          <c:showCatName val="0"/>
          <c:showSerName val="0"/>
          <c:showPercent val="0"/>
          <c:showBubbleSize val="0"/>
        </c:dLbls>
        <c:gapWidth val="219"/>
        <c:overlap val="-27"/>
        <c:axId val="506760344"/>
        <c:axId val="506764664"/>
      </c:barChart>
      <c:catAx>
        <c:axId val="506760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6764664"/>
        <c:crosses val="autoZero"/>
        <c:auto val="1"/>
        <c:lblAlgn val="ctr"/>
        <c:lblOffset val="100"/>
        <c:noMultiLvlLbl val="0"/>
      </c:catAx>
      <c:valAx>
        <c:axId val="506764664"/>
        <c:scaling>
          <c:orientation val="minMax"/>
        </c:scaling>
        <c:delete val="0"/>
        <c:axPos val="l"/>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6760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[Exploratory Data Analysis.xlsx]Pivot Table and Charts!PivotTable4</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Order</a:t>
            </a:r>
            <a:r>
              <a:rPr lang="en-US" baseline="0"/>
              <a:t> Status Distribution</a:t>
            </a:r>
            <a:endParaRPr lang="en-US"/>
          </a:p>
        </c:rich>
      </c:tx>
      <c:layout>
        <c:manualLayout>
          <c:xMode val="edge"/>
          <c:yMode val="edge"/>
          <c:x val="0.20219444444444448"/>
          <c:y val="0.037037037037037035"/>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s>
    <c:plotArea>
      <c:layout/>
      <c:doughnutChart>
        <c:varyColors val="1"/>
        <c:ser>
          <c:idx val="0"/>
          <c:order val="0"/>
          <c:tx>
            <c:strRef>
              <c:f>'Pivot Table and Charts'!$B$48</c:f>
              <c:strCache>
                <c:ptCount val="1"/>
                <c:pt idx="0">
                  <c:v>Total</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Pt>
            <c:idx val="4"/>
            <c:bubble3D val="0"/>
            <c:spPr>
              <a:solidFill>
                <a:schemeClr val="accent5"/>
              </a:solidFill>
              <a:ln w="19050">
                <a:solidFill>
                  <a:schemeClr val="lt1"/>
                </a:solidFill>
              </a:ln>
              <a:effectLst/>
            </c:spPr>
          </c:dPt>
          <c:dLbls>
            <c:dLbl>
              <c:idx val="0"/>
              <c:layout>
                <c:manualLayout>
                  <c:x val="0.08055555555555556"/>
                  <c:y val="-0.05571226152300653"/>
                </c:manualLayout>
              </c:layout>
              <c:showLegendKey val="0"/>
              <c:showVal val="1"/>
              <c:showCatName val="0"/>
              <c:showSerName val="0"/>
              <c:showPercent val="0"/>
              <c:showBubbleSize val="0"/>
              <c:extLst>
                <c:ext xmlns:c15="http://schemas.microsoft.com/office/drawing/2012/chart" uri="{CE6537A1-D6FC-4f65-9D91-7224C49458BB}"/>
              </c:extLst>
            </c:dLbl>
            <c:dLbl>
              <c:idx val="1"/>
              <c:layout>
                <c:manualLayout>
                  <c:x val="0.08888888888888889"/>
                  <c:y val="-1.134866291322338E-16"/>
                </c:manualLayout>
              </c:layout>
              <c:showLegendKey val="0"/>
              <c:showVal val="1"/>
              <c:showCatName val="0"/>
              <c:showSerName val="0"/>
              <c:showPercent val="0"/>
              <c:showBubbleSize val="0"/>
              <c:extLst>
                <c:ext xmlns:c15="http://schemas.microsoft.com/office/drawing/2012/chart" uri="{CE6537A1-D6FC-4f65-9D91-7224C49458BB}"/>
              </c:extLst>
            </c:dLbl>
            <c:dLbl>
              <c:idx val="2"/>
              <c:layout>
                <c:manualLayout>
                  <c:x val="0.005555555555555505"/>
                  <c:y val="0.11142452304601295"/>
                </c:manualLayout>
              </c:layout>
              <c:showLegendKey val="0"/>
              <c:showVal val="1"/>
              <c:showCatName val="0"/>
              <c:showSerName val="0"/>
              <c:showPercent val="0"/>
              <c:showBubbleSize val="0"/>
              <c:extLst>
                <c:ext xmlns:c15="http://schemas.microsoft.com/office/drawing/2012/chart" uri="{CE6537A1-D6FC-4f65-9D91-7224C49458BB}"/>
              </c:extLst>
            </c:dLbl>
            <c:dLbl>
              <c:idx val="3"/>
              <c:layout>
                <c:manualLayout>
                  <c:x val="-0.050000000000000024"/>
                  <c:y val="0.04952201024267247"/>
                </c:manualLayout>
              </c:layout>
              <c:showLegendKey val="0"/>
              <c:showVal val="1"/>
              <c:showCatName val="0"/>
              <c:showSerName val="0"/>
              <c:showPercent val="0"/>
              <c:showBubbleSize val="0"/>
              <c:extLst>
                <c:ext xmlns:c15="http://schemas.microsoft.com/office/drawing/2012/chart" uri="{CE6537A1-D6FC-4f65-9D91-7224C49458BB}"/>
              </c:extLst>
            </c:dLbl>
            <c:dLbl>
              <c:idx val="4"/>
              <c:layout>
                <c:manualLayout>
                  <c:x val="-0.044444444444444495"/>
                  <c:y val="-0.03714150768200435"/>
                </c:manualLayout>
              </c:layout>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 and Charts'!$A$49:$A$54</c:f>
              <c:strCache>
                <c:ptCount val="5"/>
                <c:pt idx="0">
                  <c:v>Cancelled</c:v>
                </c:pt>
                <c:pt idx="1">
                  <c:v>Delivered</c:v>
                </c:pt>
                <c:pt idx="2">
                  <c:v>Pending</c:v>
                </c:pt>
                <c:pt idx="3">
                  <c:v>Returned</c:v>
                </c:pt>
                <c:pt idx="4">
                  <c:v>Shipped</c:v>
                </c:pt>
              </c:strCache>
            </c:strRef>
          </c:cat>
          <c:val>
            <c:numRef>
              <c:f>'Pivot Table and Charts'!$B$49:$B$54</c:f>
              <c:numCache>
                <c:formatCode>0.00%</c:formatCode>
                <c:ptCount val="5"/>
                <c:pt idx="0">
                  <c:v>0.208333333333333</c:v>
                </c:pt>
                <c:pt idx="1">
                  <c:v>0.1925</c:v>
                </c:pt>
                <c:pt idx="2">
                  <c:v>0.1975</c:v>
                </c:pt>
                <c:pt idx="3">
                  <c:v>0.205833333333333</c:v>
                </c:pt>
                <c:pt idx="4">
                  <c:v>0.195833333333333</c:v>
                </c:pt>
              </c:numCache>
            </c:numRef>
          </c:val>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[Exploratory Data Analysis.xlsx]Pivot Table and Charts!PivotTable20</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Orders</a:t>
            </a:r>
            <a:r>
              <a:rPr lang="en-US" baseline="0"/>
              <a:t> by Payment method</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 and Charts'!$B$33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Charts'!$A$34:$A$39</c:f>
              <c:strCache>
                <c:ptCount val="5"/>
                <c:pt idx="0">
                  <c:v>Online</c:v>
                </c:pt>
                <c:pt idx="1">
                  <c:v>Cash</c:v>
                </c:pt>
                <c:pt idx="2">
                  <c:v>Credit Card</c:v>
                </c:pt>
                <c:pt idx="3">
                  <c:v>Debit Card</c:v>
                </c:pt>
                <c:pt idx="4">
                  <c:v>Gift Card</c:v>
                </c:pt>
              </c:strCache>
            </c:strRef>
          </c:cat>
          <c:val>
            <c:numRef>
              <c:f>'Pivot Table and Charts'!$B$34:$B$39</c:f>
              <c:numCache>
                <c:formatCode>_(* #,##0.00_);_(* \(#,##0.00\);_(* "-"??_);_(@_)</c:formatCode>
                <c:ptCount val="5"/>
                <c:pt idx="0">
                  <c:v>258.0</c:v>
                </c:pt>
                <c:pt idx="1">
                  <c:v>246.0</c:v>
                </c:pt>
                <c:pt idx="2">
                  <c:v>234.0</c:v>
                </c:pt>
                <c:pt idx="3">
                  <c:v>232.0</c:v>
                </c:pt>
                <c:pt idx="4">
                  <c:v>230.0</c:v>
                </c:pt>
              </c:numCache>
            </c:numRef>
          </c:val>
        </c:ser>
        <c:dLbls>
          <c:dLblPos val="outEnd"/>
          <c:showLegendKey val="0"/>
          <c:showVal val="1"/>
          <c:showCatName val="0"/>
          <c:showSerName val="0"/>
          <c:showPercent val="0"/>
          <c:showBubbleSize val="0"/>
        </c:dLbls>
        <c:gapWidth val="219"/>
        <c:overlap val="-27"/>
        <c:axId val="506766104"/>
        <c:axId val="506759984"/>
      </c:barChart>
      <c:catAx>
        <c:axId val="506766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6759984"/>
        <c:crosses val="autoZero"/>
        <c:auto val="1"/>
        <c:lblAlgn val="ctr"/>
        <c:lblOffset val="100"/>
        <c:noMultiLvlLbl val="0"/>
      </c:catAx>
      <c:valAx>
        <c:axId val="506759984"/>
        <c:scaling>
          <c:orientation val="minMax"/>
        </c:scaling>
        <c:delete val="0"/>
        <c:axPos val="l"/>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67661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[Exploratory Data Analysis.xlsx]Pivot Table and Charts!PivotTable23</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aseline="0"/>
              <a:t>Average Total Revenue by Coupon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 and Charts'!$B$42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and Charts'!$A$43:$A$47</c:f>
              <c:strCache>
                <c:ptCount val="4"/>
                <c:pt idx="0">
                  <c:v>Freeship</c:v>
                </c:pt>
                <c:pt idx="1">
                  <c:v>Save10</c:v>
                </c:pt>
                <c:pt idx="2">
                  <c:v>Winter15</c:v>
                </c:pt>
                <c:pt idx="3">
                  <c:v>No Code</c:v>
                </c:pt>
              </c:strCache>
            </c:strRef>
          </c:cat>
          <c:val>
            <c:numRef>
              <c:f>'Pivot Table and Charts'!$B$43:$B$47</c:f>
              <c:numCache>
                <c:formatCode>_(* #,##0.00_);_(* \(#,##0.00\);_(* "-"??_);_(@_)</c:formatCode>
                <c:ptCount val="4"/>
                <c:pt idx="0">
                  <c:v>1070.40571884984</c:v>
                </c:pt>
                <c:pt idx="1">
                  <c:v>1065.87419580420</c:v>
                </c:pt>
                <c:pt idx="2">
                  <c:v>1035.90253424658</c:v>
                </c:pt>
                <c:pt idx="3">
                  <c:v>1043.37025889968</c:v>
                </c:pt>
              </c:numCache>
            </c:numRef>
          </c:val>
        </c:ser>
        <c:dLbls>
          <c:dLblPos val="outEnd"/>
          <c:showLegendKey val="0"/>
          <c:showVal val="1"/>
          <c:showCatName val="0"/>
          <c:showSerName val="0"/>
          <c:showPercent val="0"/>
          <c:showBubbleSize val="0"/>
        </c:dLbls>
        <c:gapWidth val="219"/>
        <c:axId val="562715352"/>
        <c:axId val="562716792"/>
      </c:barChart>
      <c:catAx>
        <c:axId val="562715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2716792"/>
        <c:crosses val="autoZero"/>
        <c:auto val="1"/>
        <c:lblAlgn val="ctr"/>
        <c:lblOffset val="100"/>
        <c:noMultiLvlLbl val="0"/>
      </c:catAx>
      <c:valAx>
        <c:axId val="562716792"/>
        <c:scaling>
          <c:orientation val="minMax"/>
        </c:scaling>
        <c:delete val="0"/>
        <c:axPos val="l"/>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27153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[Exploratory Data Analysis.xlsx]Pivot Table and Charts!PivotTable1</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Monthly</a:t>
            </a:r>
            <a:r>
              <a:rPr lang="en-US" baseline="0"/>
              <a:t> Revenue Trend</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 and Charts'!$E$24</c:f>
              <c:strCache>
                <c:ptCount val="1"/>
                <c:pt idx="0">
                  <c:v>Total</c:v>
                </c:pt>
              </c:strCache>
            </c:strRef>
          </c:tx>
          <c:spPr>
            <a:ln w="28575" cap="rnd">
              <a:solidFill>
                <a:schemeClr val="accent1"/>
              </a:solidFill>
              <a:round/>
            </a:ln>
            <a:effectLst/>
          </c:spPr>
          <c:marker>
            <c:symbol val="none"/>
          </c:marker>
          <c:cat>
            <c:multiLvlStrRef>
              <c:f>'Pivot Table and Charts'!$D$25:$D$58</c:f>
              <c:multiLvlStrCache>
                <c:ptCount val="3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lvl>
                <c:lvl>
                  <c:pt idx="0">
                    <c:v>2023</c:v>
                  </c:pt>
                  <c:pt idx="12">
                    <c:v>2024</c:v>
                  </c:pt>
                  <c:pt idx="24">
                    <c:v>2025</c:v>
                  </c:pt>
                </c:lvl>
              </c:multiLvlStrCache>
            </c:multiLvlStrRef>
          </c:cat>
          <c:val>
            <c:numRef>
              <c:f>'Pivot Table and Charts'!$E$25:$E$58</c:f>
              <c:numCache>
                <c:formatCode>General</c:formatCode>
                <c:ptCount val="30"/>
                <c:pt idx="0">
                  <c:v>56685.7500000000</c:v>
                </c:pt>
                <c:pt idx="1">
                  <c:v>40117.6600000000</c:v>
                </c:pt>
                <c:pt idx="2">
                  <c:v>48609.3700000000</c:v>
                </c:pt>
                <c:pt idx="3">
                  <c:v>27751.7100000000</c:v>
                </c:pt>
                <c:pt idx="4">
                  <c:v>63836.8400000000</c:v>
                </c:pt>
                <c:pt idx="5">
                  <c:v>49500.19</c:v>
                </c:pt>
                <c:pt idx="6">
                  <c:v>42820.66</c:v>
                </c:pt>
                <c:pt idx="7">
                  <c:v>54352.14</c:v>
                </c:pt>
                <c:pt idx="8">
                  <c:v>29526.67</c:v>
                </c:pt>
                <c:pt idx="9">
                  <c:v>52607.85</c:v>
                </c:pt>
                <c:pt idx="10">
                  <c:v>43079.67</c:v>
                </c:pt>
                <c:pt idx="11">
                  <c:v>43754.7300000000</c:v>
                </c:pt>
                <c:pt idx="12">
                  <c:v>38528.0800000000</c:v>
                </c:pt>
                <c:pt idx="13">
                  <c:v>36909.5700000000</c:v>
                </c:pt>
                <c:pt idx="14">
                  <c:v>36030.9000000000</c:v>
                </c:pt>
                <c:pt idx="15">
                  <c:v>49613.1400000000</c:v>
                </c:pt>
                <c:pt idx="16">
                  <c:v>27909.1100000000</c:v>
                </c:pt>
                <c:pt idx="17">
                  <c:v>68068.5400000000</c:v>
                </c:pt>
                <c:pt idx="18">
                  <c:v>42963.98</c:v>
                </c:pt>
                <c:pt idx="19">
                  <c:v>31991.07</c:v>
                </c:pt>
                <c:pt idx="20">
                  <c:v>39794.9800000000</c:v>
                </c:pt>
                <c:pt idx="21">
                  <c:v>37226.9700000000</c:v>
                </c:pt>
                <c:pt idx="22">
                  <c:v>32413.7600000000</c:v>
                </c:pt>
                <c:pt idx="23">
                  <c:v>38785.77</c:v>
                </c:pt>
                <c:pt idx="24">
                  <c:v>29099.4000000000</c:v>
                </c:pt>
                <c:pt idx="25">
                  <c:v>35317.5500000000</c:v>
                </c:pt>
                <c:pt idx="26">
                  <c:v>39200.6600000000</c:v>
                </c:pt>
                <c:pt idx="27">
                  <c:v>31821.2</c:v>
                </c:pt>
                <c:pt idx="28">
                  <c:v>43396.6400000000</c:v>
                </c:pt>
                <c:pt idx="29">
                  <c:v>53047.4000000000</c:v>
                </c:pt>
              </c:numCache>
            </c:numRef>
          </c:val>
          <c:smooth val="0"/>
        </c:ser>
        <c:dLbls>
          <c:showLegendKey val="0"/>
          <c:showVal val="0"/>
          <c:showCatName val="0"/>
          <c:showSerName val="0"/>
          <c:showPercent val="0"/>
          <c:showBubbleSize val="0"/>
        </c:dLbls>
        <c:smooth val="0"/>
        <c:axId val="562726872"/>
        <c:axId val="562727232"/>
      </c:lineChart>
      <c:catAx>
        <c:axId val="562726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2727232"/>
        <c:crosses val="autoZero"/>
        <c:auto val="1"/>
        <c:lblAlgn val="ctr"/>
        <c:lblOffset val="100"/>
        <c:noMultiLvlLbl val="0"/>
      </c:catAx>
      <c:valAx>
        <c:axId val="56272723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27268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5" name=""/>
        <p:cNvGrpSpPr/>
        <p:nvPr/>
      </p:nvGrpSpPr>
      <p:grpSpPr>
        <a:xfrm>
          <a:off x="0" y="0"/>
          <a:ext cx="0" cy="0"/>
          <a:chOff x="0" y="0"/>
          <a:chExt cx="0" cy="0"/>
        </a:xfrm>
      </p:grpSpPr>
      <p:sp>
        <p:nvSpPr>
          <p:cNvPr id="1048676"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677"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4798DB77-8E58-42F1-A877-C0D4A75C6C88}" type="datetimeFigureOut">
              <a:rPr lang="en-US" smtClean="0"/>
              <a:t>10/8/2026</a:t>
            </a:fld>
            <a:endParaRPr lang="en-US"/>
          </a:p>
        </p:txBody>
      </p:sp>
      <p:sp>
        <p:nvSpPr>
          <p:cNvPr id="1048678"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679"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0"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681"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5AB56ABE-AB79-43CD-9E1A-06CFF1665DAC}"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10" name="Slide Image Placeholder 1"/>
          <p:cNvSpPr>
            <a:spLocks noChangeAspect="1" noRot="1" noGrp="1"/>
          </p:cNvSpPr>
          <p:nvPr>
            <p:ph type="sldImg"/>
          </p:nvPr>
        </p:nvSpPr>
        <p:spPr/>
      </p:sp>
      <p:sp>
        <p:nvSpPr>
          <p:cNvPr id="1048611" name="Notes Placeholder 2"/>
          <p:cNvSpPr>
            <a:spLocks noGrp="1"/>
          </p:cNvSpPr>
          <p:nvPr>
            <p:ph type="body" idx="1"/>
          </p:nvPr>
        </p:nvSpPr>
        <p:spPr/>
        <p:txBody>
          <a:bodyPr/>
          <a:p>
            <a:endParaRPr dirty="0" lang="en-US"/>
          </a:p>
        </p:txBody>
      </p:sp>
      <p:sp>
        <p:nvSpPr>
          <p:cNvPr id="1048612" name="Slide Number Placeholder 3"/>
          <p:cNvSpPr>
            <a:spLocks noGrp="1"/>
          </p:cNvSpPr>
          <p:nvPr>
            <p:ph type="sldNum" sz="quarter" idx="5"/>
          </p:nvPr>
        </p:nvSpPr>
        <p:spPr/>
        <p:txBody>
          <a:bodyPr/>
          <a:p>
            <a:fld id="{5AB56ABE-AB79-43CD-9E1A-06CFF1665DAC}" type="slidenum">
              <a:rPr lang="en-US" smtClean="0"/>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3" name="Date Placeholder 3"/>
          <p:cNvSpPr>
            <a:spLocks noGrp="1"/>
          </p:cNvSpPr>
          <p:nvPr>
            <p:ph type="dt" sz="half" idx="10"/>
          </p:nvPr>
        </p:nvSpPr>
        <p:spPr/>
        <p:txBody>
          <a:bodyPr/>
          <a:p>
            <a:fld id="{F4D7BA41-A283-4473-8F1D-48582F81A679}" type="datetimeFigureOut">
              <a:rPr lang="en-US" smtClean="0"/>
              <a:t>10/8/2026</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0" name=""/>
        <p:cNvGrpSpPr/>
        <p:nvPr/>
      </p:nvGrpSpPr>
      <p:grpSpPr>
        <a:xfrm>
          <a:off x="0" y="0"/>
          <a:ext cx="0" cy="0"/>
          <a:chOff x="0" y="0"/>
          <a:chExt cx="0" cy="0"/>
        </a:xfrm>
      </p:grpSpPr>
      <p:sp>
        <p:nvSpPr>
          <p:cNvPr id="1048588" name="Title 1"/>
          <p:cNvSpPr>
            <a:spLocks noGrp="1"/>
          </p:cNvSpPr>
          <p:nvPr>
            <p:ph type="title"/>
          </p:nvPr>
        </p:nvSpPr>
        <p:spPr/>
        <p:txBody>
          <a:bodyPr/>
          <a:p>
            <a:r>
              <a:rPr lang="en-US"/>
              <a:t>Click to edit Master title style</a:t>
            </a:r>
          </a:p>
        </p:txBody>
      </p:sp>
      <p:sp>
        <p:nvSpPr>
          <p:cNvPr id="1048589"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0" name="Date Placeholder 3"/>
          <p:cNvSpPr>
            <a:spLocks noGrp="1"/>
          </p:cNvSpPr>
          <p:nvPr>
            <p:ph type="dt" sz="half" idx="10"/>
          </p:nvPr>
        </p:nvSpPr>
        <p:spPr/>
        <p:txBody>
          <a:bodyPr/>
          <a:p>
            <a:fld id="{F4D7BA41-A283-4473-8F1D-48582F81A679}" type="datetimeFigureOut">
              <a:rPr lang="en-US" smtClean="0"/>
              <a:t>10/8/2026</a:t>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1" name=""/>
        <p:cNvGrpSpPr/>
        <p:nvPr/>
      </p:nvGrpSpPr>
      <p:grpSpPr>
        <a:xfrm>
          <a:off x="0" y="0"/>
          <a:ext cx="0" cy="0"/>
          <a:chOff x="0" y="0"/>
          <a:chExt cx="0" cy="0"/>
        </a:xfrm>
      </p:grpSpPr>
      <p:sp>
        <p:nvSpPr>
          <p:cNvPr id="1048654"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655" name="Text Placeholder 2"/>
          <p:cNvSpPr>
            <a:spLocks noGrp="1"/>
          </p:cNvSpPr>
          <p:nvPr>
            <p:ph type="body" idx="1"/>
          </p:nvPr>
        </p:nvSpPr>
        <p:spPr>
          <a:xfrm>
            <a:off x="831850" y="4589463"/>
            <a:ext cx="10515600" cy="1500187"/>
          </a:xfrm>
        </p:spPr>
        <p:txBody>
          <a:bodyPr/>
          <a:lstStyle>
            <a:lvl1pPr indent="0" marL="0">
              <a:buNone/>
              <a:defRPr sz="2400">
                <a:solidFill>
                  <a:schemeClr val="tx1">
                    <a:tint val="82000"/>
                  </a:schemeClr>
                </a:solidFill>
              </a:defRPr>
            </a:lvl1pPr>
            <a:lvl2pPr indent="0" marL="457200">
              <a:buNone/>
              <a:defRPr sz="2000">
                <a:solidFill>
                  <a:schemeClr val="tx1">
                    <a:tint val="82000"/>
                  </a:schemeClr>
                </a:solidFill>
              </a:defRPr>
            </a:lvl2pPr>
            <a:lvl3pPr indent="0" marL="914400">
              <a:buNone/>
              <a:defRPr sz="1800">
                <a:solidFill>
                  <a:schemeClr val="tx1">
                    <a:tint val="82000"/>
                  </a:schemeClr>
                </a:solidFill>
              </a:defRPr>
            </a:lvl3pPr>
            <a:lvl4pPr indent="0" marL="1371600">
              <a:buNone/>
              <a:defRPr sz="1600">
                <a:solidFill>
                  <a:schemeClr val="tx1">
                    <a:tint val="82000"/>
                  </a:schemeClr>
                </a:solidFill>
              </a:defRPr>
            </a:lvl4pPr>
            <a:lvl5pPr indent="0" marL="1828800">
              <a:buNone/>
              <a:defRPr sz="1600">
                <a:solidFill>
                  <a:schemeClr val="tx1">
                    <a:tint val="82000"/>
                  </a:schemeClr>
                </a:solidFill>
              </a:defRPr>
            </a:lvl5pPr>
            <a:lvl6pPr indent="0" marL="2286000">
              <a:buNone/>
              <a:defRPr sz="1600">
                <a:solidFill>
                  <a:schemeClr val="tx1">
                    <a:tint val="82000"/>
                  </a:schemeClr>
                </a:solidFill>
              </a:defRPr>
            </a:lvl6pPr>
            <a:lvl7pPr indent="0" marL="2743200">
              <a:buNone/>
              <a:defRPr sz="1600">
                <a:solidFill>
                  <a:schemeClr val="tx1">
                    <a:tint val="82000"/>
                  </a:schemeClr>
                </a:solidFill>
              </a:defRPr>
            </a:lvl7pPr>
            <a:lvl8pPr indent="0" marL="3200400">
              <a:buNone/>
              <a:defRPr sz="1600">
                <a:solidFill>
                  <a:schemeClr val="tx1">
                    <a:tint val="82000"/>
                  </a:schemeClr>
                </a:solidFill>
              </a:defRPr>
            </a:lvl8pPr>
            <a:lvl9pPr indent="0" marL="3657600">
              <a:buNone/>
              <a:defRPr sz="1600">
                <a:solidFill>
                  <a:schemeClr val="tx1">
                    <a:tint val="82000"/>
                  </a:schemeClr>
                </a:solidFill>
              </a:defRPr>
            </a:lvl9pPr>
          </a:lstStyle>
          <a:p>
            <a:pPr lvl="0"/>
            <a:r>
              <a:rPr lang="en-US"/>
              <a:t>Click to edit Master text styles</a:t>
            </a:r>
          </a:p>
        </p:txBody>
      </p:sp>
      <p:sp>
        <p:nvSpPr>
          <p:cNvPr id="1048656" name="Date Placeholder 3"/>
          <p:cNvSpPr>
            <a:spLocks noGrp="1"/>
          </p:cNvSpPr>
          <p:nvPr>
            <p:ph type="dt" sz="half" idx="10"/>
          </p:nvPr>
        </p:nvSpPr>
        <p:spPr/>
        <p:txBody>
          <a:bodyPr/>
          <a:p>
            <a:fld id="{F4D7BA41-A283-4473-8F1D-48582F81A679}" type="datetimeFigureOut">
              <a:rPr lang="en-US" smtClean="0"/>
              <a:t>10/8/2026</a:t>
            </a:fld>
            <a:endParaRPr lang="en-US"/>
          </a:p>
        </p:txBody>
      </p:sp>
      <p:sp>
        <p:nvSpPr>
          <p:cNvPr id="1048657" name="Footer Placeholder 4"/>
          <p:cNvSpPr>
            <a:spLocks noGrp="1"/>
          </p:cNvSpPr>
          <p:nvPr>
            <p:ph type="ftr" sz="quarter" idx="11"/>
          </p:nvPr>
        </p:nvSpPr>
        <p:spPr/>
        <p:txBody>
          <a:bodyPr/>
          <a:p>
            <a:endParaRPr lang="en-US"/>
          </a:p>
        </p:txBody>
      </p:sp>
      <p:sp>
        <p:nvSpPr>
          <p:cNvPr id="1048658" name="Slide Number Placeholder 5"/>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35" name=""/>
        <p:cNvGrpSpPr/>
        <p:nvPr/>
      </p:nvGrpSpPr>
      <p:grpSpPr>
        <a:xfrm>
          <a:off x="0" y="0"/>
          <a:ext cx="0" cy="0"/>
          <a:chOff x="0" y="0"/>
          <a:chExt cx="0" cy="0"/>
        </a:xfrm>
      </p:grpSpPr>
      <p:sp>
        <p:nvSpPr>
          <p:cNvPr id="1048601" name="Title 1"/>
          <p:cNvSpPr>
            <a:spLocks noGrp="1"/>
          </p:cNvSpPr>
          <p:nvPr>
            <p:ph type="title"/>
          </p:nvPr>
        </p:nvSpPr>
        <p:spPr/>
        <p:txBody>
          <a:bodyPr/>
          <a:p>
            <a:r>
              <a:rPr lang="en-US"/>
              <a:t>Click to edit Master title style</a:t>
            </a:r>
          </a:p>
        </p:txBody>
      </p:sp>
      <p:sp>
        <p:nvSpPr>
          <p:cNvPr id="1048602"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03"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04" name="Date Placeholder 4"/>
          <p:cNvSpPr>
            <a:spLocks noGrp="1"/>
          </p:cNvSpPr>
          <p:nvPr>
            <p:ph type="dt" sz="half" idx="10"/>
          </p:nvPr>
        </p:nvSpPr>
        <p:spPr/>
        <p:txBody>
          <a:bodyPr/>
          <a:p>
            <a:fld id="{F4D7BA41-A283-4473-8F1D-48582F81A679}" type="datetimeFigureOut">
              <a:rPr lang="en-US" smtClean="0"/>
              <a:t>10/8/2026</a:t>
            </a:fld>
            <a:endParaRPr lang="en-US"/>
          </a:p>
        </p:txBody>
      </p:sp>
      <p:sp>
        <p:nvSpPr>
          <p:cNvPr id="1048605" name="Footer Placeholder 5"/>
          <p:cNvSpPr>
            <a:spLocks noGrp="1"/>
          </p:cNvSpPr>
          <p:nvPr>
            <p:ph type="ftr" sz="quarter" idx="11"/>
          </p:nvPr>
        </p:nvSpPr>
        <p:spPr/>
        <p:txBody>
          <a:bodyPr/>
          <a:p>
            <a:endParaRPr lang="en-US"/>
          </a:p>
        </p:txBody>
      </p:sp>
      <p:sp>
        <p:nvSpPr>
          <p:cNvPr id="1048606" name="Slide Number Placeholder 6"/>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2" name=""/>
        <p:cNvGrpSpPr/>
        <p:nvPr/>
      </p:nvGrpSpPr>
      <p:grpSpPr>
        <a:xfrm>
          <a:off x="0" y="0"/>
          <a:ext cx="0" cy="0"/>
          <a:chOff x="0" y="0"/>
          <a:chExt cx="0" cy="0"/>
        </a:xfrm>
      </p:grpSpPr>
      <p:sp>
        <p:nvSpPr>
          <p:cNvPr id="1048659" name="Title 1"/>
          <p:cNvSpPr>
            <a:spLocks noGrp="1"/>
          </p:cNvSpPr>
          <p:nvPr>
            <p:ph type="title"/>
          </p:nvPr>
        </p:nvSpPr>
        <p:spPr>
          <a:xfrm>
            <a:off x="839788" y="365125"/>
            <a:ext cx="10515600" cy="1325563"/>
          </a:xfrm>
        </p:spPr>
        <p:txBody>
          <a:bodyPr/>
          <a:p>
            <a:r>
              <a:rPr lang="en-US"/>
              <a:t>Click to edit Master title style</a:t>
            </a:r>
          </a:p>
        </p:txBody>
      </p:sp>
      <p:sp>
        <p:nvSpPr>
          <p:cNvPr id="1048660"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61"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2"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63"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4" name="Date Placeholder 6"/>
          <p:cNvSpPr>
            <a:spLocks noGrp="1"/>
          </p:cNvSpPr>
          <p:nvPr>
            <p:ph type="dt" sz="half" idx="10"/>
          </p:nvPr>
        </p:nvSpPr>
        <p:spPr/>
        <p:txBody>
          <a:bodyPr/>
          <a:p>
            <a:fld id="{F4D7BA41-A283-4473-8F1D-48582F81A679}" type="datetimeFigureOut">
              <a:rPr lang="en-US" smtClean="0"/>
              <a:t>10/8/2026</a:t>
            </a:fld>
            <a:endParaRPr lang="en-US"/>
          </a:p>
        </p:txBody>
      </p:sp>
      <p:sp>
        <p:nvSpPr>
          <p:cNvPr id="1048665" name="Footer Placeholder 7"/>
          <p:cNvSpPr>
            <a:spLocks noGrp="1"/>
          </p:cNvSpPr>
          <p:nvPr>
            <p:ph type="ftr" sz="quarter" idx="11"/>
          </p:nvPr>
        </p:nvSpPr>
        <p:spPr/>
        <p:txBody>
          <a:bodyPr/>
          <a:p>
            <a:endParaRPr lang="en-US"/>
          </a:p>
        </p:txBody>
      </p:sp>
      <p:sp>
        <p:nvSpPr>
          <p:cNvPr id="1048666" name="Slide Number Placeholder 8"/>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7" name=""/>
        <p:cNvGrpSpPr/>
        <p:nvPr/>
      </p:nvGrpSpPr>
      <p:grpSpPr>
        <a:xfrm>
          <a:off x="0" y="0"/>
          <a:ext cx="0" cy="0"/>
          <a:chOff x="0" y="0"/>
          <a:chExt cx="0" cy="0"/>
        </a:xfrm>
      </p:grpSpPr>
      <p:sp>
        <p:nvSpPr>
          <p:cNvPr id="1048634" name="Title 1"/>
          <p:cNvSpPr>
            <a:spLocks noGrp="1"/>
          </p:cNvSpPr>
          <p:nvPr>
            <p:ph type="title"/>
          </p:nvPr>
        </p:nvSpPr>
        <p:spPr/>
        <p:txBody>
          <a:bodyPr/>
          <a:p>
            <a:r>
              <a:rPr lang="en-US"/>
              <a:t>Click to edit Master title style</a:t>
            </a:r>
          </a:p>
        </p:txBody>
      </p:sp>
      <p:sp>
        <p:nvSpPr>
          <p:cNvPr id="1048635" name="Date Placeholder 2"/>
          <p:cNvSpPr>
            <a:spLocks noGrp="1"/>
          </p:cNvSpPr>
          <p:nvPr>
            <p:ph type="dt" sz="half" idx="10"/>
          </p:nvPr>
        </p:nvSpPr>
        <p:spPr/>
        <p:txBody>
          <a:bodyPr/>
          <a:p>
            <a:fld id="{F4D7BA41-A283-4473-8F1D-48582F81A679}" type="datetimeFigureOut">
              <a:rPr lang="en-US" smtClean="0"/>
              <a:t>10/8/2026</a:t>
            </a:fld>
            <a:endParaRPr lang="en-US"/>
          </a:p>
        </p:txBody>
      </p:sp>
      <p:sp>
        <p:nvSpPr>
          <p:cNvPr id="1048636" name="Footer Placeholder 3"/>
          <p:cNvSpPr>
            <a:spLocks noGrp="1"/>
          </p:cNvSpPr>
          <p:nvPr>
            <p:ph type="ftr" sz="quarter" idx="11"/>
          </p:nvPr>
        </p:nvSpPr>
        <p:spPr/>
        <p:txBody>
          <a:bodyPr/>
          <a:p>
            <a:endParaRPr lang="en-US"/>
          </a:p>
        </p:txBody>
      </p:sp>
      <p:sp>
        <p:nvSpPr>
          <p:cNvPr id="1048637" name="Slide Number Placeholder 4"/>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3" name=""/>
        <p:cNvGrpSpPr/>
        <p:nvPr/>
      </p:nvGrpSpPr>
      <p:grpSpPr>
        <a:xfrm>
          <a:off x="0" y="0"/>
          <a:ext cx="0" cy="0"/>
          <a:chOff x="0" y="0"/>
          <a:chExt cx="0" cy="0"/>
        </a:xfrm>
      </p:grpSpPr>
      <p:sp>
        <p:nvSpPr>
          <p:cNvPr id="1048667" name="Date Placeholder 1"/>
          <p:cNvSpPr>
            <a:spLocks noGrp="1"/>
          </p:cNvSpPr>
          <p:nvPr>
            <p:ph type="dt" sz="half" idx="10"/>
          </p:nvPr>
        </p:nvSpPr>
        <p:spPr/>
        <p:txBody>
          <a:bodyPr/>
          <a:p>
            <a:fld id="{F4D7BA41-A283-4473-8F1D-48582F81A679}" type="datetimeFigureOut">
              <a:rPr lang="en-US" smtClean="0"/>
              <a:t>10/8/2026</a:t>
            </a:fld>
            <a:endParaRPr lang="en-US"/>
          </a:p>
        </p:txBody>
      </p:sp>
      <p:sp>
        <p:nvSpPr>
          <p:cNvPr id="1048668" name="Footer Placeholder 2"/>
          <p:cNvSpPr>
            <a:spLocks noGrp="1"/>
          </p:cNvSpPr>
          <p:nvPr>
            <p:ph type="ftr" sz="quarter" idx="11"/>
          </p:nvPr>
        </p:nvSpPr>
        <p:spPr/>
        <p:txBody>
          <a:bodyPr/>
          <a:p>
            <a:endParaRPr lang="en-US"/>
          </a:p>
        </p:txBody>
      </p:sp>
      <p:sp>
        <p:nvSpPr>
          <p:cNvPr id="1048669" name="Slide Number Placeholder 3"/>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4" name=""/>
        <p:cNvGrpSpPr/>
        <p:nvPr/>
      </p:nvGrpSpPr>
      <p:grpSpPr>
        <a:xfrm>
          <a:off x="0" y="0"/>
          <a:ext cx="0" cy="0"/>
          <a:chOff x="0" y="0"/>
          <a:chExt cx="0" cy="0"/>
        </a:xfrm>
      </p:grpSpPr>
      <p:sp>
        <p:nvSpPr>
          <p:cNvPr id="1048670"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71"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2"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73" name="Date Placeholder 4"/>
          <p:cNvSpPr>
            <a:spLocks noGrp="1"/>
          </p:cNvSpPr>
          <p:nvPr>
            <p:ph type="dt" sz="half" idx="10"/>
          </p:nvPr>
        </p:nvSpPr>
        <p:spPr/>
        <p:txBody>
          <a:bodyPr/>
          <a:p>
            <a:fld id="{F4D7BA41-A283-4473-8F1D-48582F81A679}" type="datetimeFigureOut">
              <a:rPr lang="en-US" smtClean="0"/>
              <a:t>10/8/2026</a:t>
            </a:fld>
            <a:endParaRPr lang="en-US"/>
          </a:p>
        </p:txBody>
      </p:sp>
      <p:sp>
        <p:nvSpPr>
          <p:cNvPr id="1048674" name="Footer Placeholder 5"/>
          <p:cNvSpPr>
            <a:spLocks noGrp="1"/>
          </p:cNvSpPr>
          <p:nvPr>
            <p:ph type="ftr" sz="quarter" idx="11"/>
          </p:nvPr>
        </p:nvSpPr>
        <p:spPr/>
        <p:txBody>
          <a:bodyPr/>
          <a:p>
            <a:endParaRPr lang="en-US"/>
          </a:p>
        </p:txBody>
      </p:sp>
      <p:sp>
        <p:nvSpPr>
          <p:cNvPr id="1048675" name="Slide Number Placeholder 6"/>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9" name=""/>
        <p:cNvGrpSpPr/>
        <p:nvPr/>
      </p:nvGrpSpPr>
      <p:grpSpPr>
        <a:xfrm>
          <a:off x="0" y="0"/>
          <a:ext cx="0" cy="0"/>
          <a:chOff x="0" y="0"/>
          <a:chExt cx="0" cy="0"/>
        </a:xfrm>
      </p:grpSpPr>
      <p:sp>
        <p:nvSpPr>
          <p:cNvPr id="104864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44"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45"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46" name="Date Placeholder 4"/>
          <p:cNvSpPr>
            <a:spLocks noGrp="1"/>
          </p:cNvSpPr>
          <p:nvPr>
            <p:ph type="dt" sz="half" idx="10"/>
          </p:nvPr>
        </p:nvSpPr>
        <p:spPr/>
        <p:txBody>
          <a:bodyPr/>
          <a:p>
            <a:fld id="{F4D7BA41-A283-4473-8F1D-48582F81A679}" type="datetimeFigureOut">
              <a:rPr lang="en-US" smtClean="0"/>
              <a:t>10/8/2026</a:t>
            </a:fld>
            <a:endParaRPr lang="en-US"/>
          </a:p>
        </p:txBody>
      </p:sp>
      <p:sp>
        <p:nvSpPr>
          <p:cNvPr id="1048647" name="Footer Placeholder 5"/>
          <p:cNvSpPr>
            <a:spLocks noGrp="1"/>
          </p:cNvSpPr>
          <p:nvPr>
            <p:ph type="ftr" sz="quarter" idx="11"/>
          </p:nvPr>
        </p:nvSpPr>
        <p:spPr/>
        <p:txBody>
          <a:bodyPr/>
          <a:p>
            <a:endParaRPr lang="en-US"/>
          </a:p>
        </p:txBody>
      </p:sp>
      <p:sp>
        <p:nvSpPr>
          <p:cNvPr id="1048648" name="Slide Number Placeholder 6"/>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0" name=""/>
        <p:cNvGrpSpPr/>
        <p:nvPr/>
      </p:nvGrpSpPr>
      <p:grpSpPr>
        <a:xfrm>
          <a:off x="0" y="0"/>
          <a:ext cx="0" cy="0"/>
          <a:chOff x="0" y="0"/>
          <a:chExt cx="0" cy="0"/>
        </a:xfrm>
      </p:grpSpPr>
      <p:sp>
        <p:nvSpPr>
          <p:cNvPr id="1048649" name="Title 1"/>
          <p:cNvSpPr>
            <a:spLocks noGrp="1"/>
          </p:cNvSpPr>
          <p:nvPr>
            <p:ph type="title"/>
          </p:nvPr>
        </p:nvSpPr>
        <p:spPr/>
        <p:txBody>
          <a:bodyPr/>
          <a:p>
            <a:r>
              <a:rPr lang="en-US"/>
              <a:t>Click to edit Master title style</a:t>
            </a:r>
          </a:p>
        </p:txBody>
      </p:sp>
      <p:sp>
        <p:nvSpPr>
          <p:cNvPr id="1048650"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1" name="Date Placeholder 3"/>
          <p:cNvSpPr>
            <a:spLocks noGrp="1"/>
          </p:cNvSpPr>
          <p:nvPr>
            <p:ph type="dt" sz="half" idx="10"/>
          </p:nvPr>
        </p:nvSpPr>
        <p:spPr/>
        <p:txBody>
          <a:bodyPr/>
          <a:p>
            <a:fld id="{F4D7BA41-A283-4473-8F1D-48582F81A679}" type="datetimeFigureOut">
              <a:rPr lang="en-US" smtClean="0"/>
              <a:t>10/8/2026</a:t>
            </a:fld>
            <a:endParaRPr lang="en-US"/>
          </a:p>
        </p:txBody>
      </p:sp>
      <p:sp>
        <p:nvSpPr>
          <p:cNvPr id="1048652" name="Footer Placeholder 4"/>
          <p:cNvSpPr>
            <a:spLocks noGrp="1"/>
          </p:cNvSpPr>
          <p:nvPr>
            <p:ph type="ftr" sz="quarter" idx="11"/>
          </p:nvPr>
        </p:nvSpPr>
        <p:spPr/>
        <p:txBody>
          <a:bodyPr/>
          <a:p>
            <a:endParaRPr lang="en-US"/>
          </a:p>
        </p:txBody>
      </p:sp>
      <p:sp>
        <p:nvSpPr>
          <p:cNvPr id="1048653" name="Slide Number Placeholder 5"/>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8" name=""/>
        <p:cNvGrpSpPr/>
        <p:nvPr/>
      </p:nvGrpSpPr>
      <p:grpSpPr>
        <a:xfrm>
          <a:off x="0" y="0"/>
          <a:ext cx="0" cy="0"/>
          <a:chOff x="0" y="0"/>
          <a:chExt cx="0" cy="0"/>
        </a:xfrm>
      </p:grpSpPr>
      <p:sp>
        <p:nvSpPr>
          <p:cNvPr id="1048638" name="Vertical Title 1"/>
          <p:cNvSpPr>
            <a:spLocks noGrp="1"/>
          </p:cNvSpPr>
          <p:nvPr>
            <p:ph type="title" orient="vert"/>
          </p:nvPr>
        </p:nvSpPr>
        <p:spPr>
          <a:xfrm>
            <a:off x="8724900" y="365125"/>
            <a:ext cx="2628900" cy="5811838"/>
          </a:xfrm>
        </p:spPr>
        <p:txBody>
          <a:bodyPr vert="eaVert"/>
          <a:p>
            <a:r>
              <a:rPr lang="en-US"/>
              <a:t>Click to edit Master title style</a:t>
            </a:r>
          </a:p>
        </p:txBody>
      </p:sp>
      <p:sp>
        <p:nvSpPr>
          <p:cNvPr id="1048639"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0" name="Date Placeholder 3"/>
          <p:cNvSpPr>
            <a:spLocks noGrp="1"/>
          </p:cNvSpPr>
          <p:nvPr>
            <p:ph type="dt" sz="half" idx="10"/>
          </p:nvPr>
        </p:nvSpPr>
        <p:spPr/>
        <p:txBody>
          <a:bodyPr/>
          <a:p>
            <a:fld id="{F4D7BA41-A283-4473-8F1D-48582F81A679}" type="datetimeFigureOut">
              <a:rPr lang="en-US" smtClean="0"/>
              <a:t>10/8/2026</a:t>
            </a:fld>
            <a:endParaRPr lang="en-US"/>
          </a:p>
        </p:txBody>
      </p:sp>
      <p:sp>
        <p:nvSpPr>
          <p:cNvPr id="1048641" name="Footer Placeholder 4"/>
          <p:cNvSpPr>
            <a:spLocks noGrp="1"/>
          </p:cNvSpPr>
          <p:nvPr>
            <p:ph type="ftr" sz="quarter" idx="11"/>
          </p:nvPr>
        </p:nvSpPr>
        <p:spPr/>
        <p:txBody>
          <a:bodyPr/>
          <a:p>
            <a:endParaRPr lang="en-US"/>
          </a:p>
        </p:txBody>
      </p:sp>
      <p:sp>
        <p:nvSpPr>
          <p:cNvPr id="1048642" name="Slide Number Placeholder 5"/>
          <p:cNvSpPr>
            <a:spLocks noGrp="1"/>
          </p:cNvSpPr>
          <p:nvPr>
            <p:ph type="sldNum" sz="quarter" idx="12"/>
          </p:nvPr>
        </p:nvSpPr>
        <p:spPr/>
        <p:txBody>
          <a:bodyPr/>
          <a:p>
            <a:fld id="{0C7E3EEB-B0C5-486B-9A60-0D3E965C3F9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82000"/>
                  </a:schemeClr>
                </a:solidFill>
              </a:defRPr>
            </a:lvl1pPr>
          </a:lstStyle>
          <a:p>
            <a:fld id="{F4D7BA41-A283-4473-8F1D-48582F81A679}" type="datetimeFigureOut">
              <a:rPr lang="en-US" smtClean="0"/>
              <a:t>10/8/2026</a:t>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82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82000"/>
                  </a:schemeClr>
                </a:solidFill>
              </a:defRPr>
            </a:lvl1pPr>
          </a:lstStyle>
          <a:p>
            <a:fld id="{0C7E3EEB-B0C5-486B-9A60-0D3E965C3F91}"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chart" Target="../charts/chart6.xml"/><Relationship Id="rId3"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Title 1"/>
          <p:cNvSpPr>
            <a:spLocks noGrp="1"/>
          </p:cNvSpPr>
          <p:nvPr>
            <p:ph type="ctrTitle"/>
          </p:nvPr>
        </p:nvSpPr>
        <p:spPr>
          <a:xfrm>
            <a:off x="1243781" y="488182"/>
            <a:ext cx="9144000" cy="1473353"/>
          </a:xfrm>
        </p:spPr>
        <p:txBody>
          <a:bodyPr>
            <a:normAutofit/>
          </a:bodyPr>
          <a:p>
            <a:pPr algn="ctr"/>
            <a:r>
              <a:rPr dirty="0" sz="6000" lang="en-US"/>
              <a:t>The Executive Summary</a:t>
            </a:r>
          </a:p>
        </p:txBody>
      </p:sp>
      <p:sp>
        <p:nvSpPr>
          <p:cNvPr id="1048587" name="Subtitle 3"/>
          <p:cNvSpPr>
            <a:spLocks noGrp="1"/>
          </p:cNvSpPr>
          <p:nvPr>
            <p:ph type="subTitle" idx="1"/>
          </p:nvPr>
        </p:nvSpPr>
        <p:spPr>
          <a:xfrm>
            <a:off x="1524000" y="2949677"/>
            <a:ext cx="9144000" cy="3023419"/>
          </a:xfrm>
        </p:spPr>
        <p:txBody>
          <a:bodyPr>
            <a:normAutofit/>
          </a:bodyPr>
          <a:p>
            <a:pPr algn="l"/>
            <a:r>
              <a:rPr dirty="0" lang="en-US"/>
              <a:t>Cancelled and Returned orders are costing 41% of Revenue.</a:t>
            </a:r>
          </a:p>
          <a:p>
            <a:pPr algn="l" indent="-342900" marL="342900">
              <a:buFont typeface="Arial" panose="020B0604020202020204" pitchFamily="34" charset="0"/>
              <a:buChar char="•"/>
            </a:pPr>
            <a:r>
              <a:rPr dirty="0" lang="en-US"/>
              <a:t>Loss revenue  of 519,673 is lost through cancelled and returned orders (41.1% of total revenue,41.4% of orders).</a:t>
            </a:r>
          </a:p>
          <a:p>
            <a:pPr algn="l" indent="-342900" marL="342900">
              <a:buFont typeface="Arial" panose="020B0604020202020204" pitchFamily="34" charset="0"/>
              <a:buChar char="•"/>
            </a:pPr>
            <a:r>
              <a:rPr dirty="0" lang="en-US"/>
              <a:t>  A decline in revenue from January to June fell from 286,501(2023) to 257,059 (2024) to 231,882 (2025).</a:t>
            </a:r>
          </a:p>
          <a:p>
            <a:pPr algn="l" indent="-342900" marL="342900">
              <a:buFont typeface="Arial" panose="020B0604020202020204" pitchFamily="34" charset="0"/>
              <a:buChar char="•"/>
            </a:pPr>
            <a:r>
              <a:rPr dirty="0" lang="en-US"/>
              <a:t> Recommended actions: find the cause of cancelled and returned order, targeted promotion should be initiated at low performing products, months and report should be made monthly to track revenue, products ,order status and referral source.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593" name="Title 1"/>
          <p:cNvSpPr>
            <a:spLocks noGrp="1"/>
          </p:cNvSpPr>
          <p:nvPr>
            <p:ph type="title"/>
          </p:nvPr>
        </p:nvSpPr>
        <p:spPr/>
        <p:txBody>
          <a:bodyPr/>
          <a:p>
            <a:r>
              <a:rPr dirty="0" lang="en-US"/>
              <a:t>Problem Statement:</a:t>
            </a:r>
          </a:p>
        </p:txBody>
      </p:sp>
      <p:sp>
        <p:nvSpPr>
          <p:cNvPr id="1048594" name="Content Placeholder 2"/>
          <p:cNvSpPr>
            <a:spLocks noGrp="1"/>
          </p:cNvSpPr>
          <p:nvPr>
            <p:ph idx="1"/>
          </p:nvPr>
        </p:nvSpPr>
        <p:spPr/>
        <p:txBody>
          <a:bodyPr/>
          <a:p>
            <a:pPr indent="0" marL="0">
              <a:buNone/>
            </a:pPr>
            <a:r>
              <a:rPr dirty="0" lang="en-US"/>
              <a:t>How Do Order Statuses Affect Sales Performance?</a:t>
            </a:r>
          </a:p>
          <a:p>
            <a:pPr indent="0" marL="0">
              <a:buNone/>
            </a:pPr>
            <a:r>
              <a:rPr dirty="0" lang="en-US"/>
              <a:t>This project examine sales across order status categories to identify patterns, and other factors in the data that are associated with sales performance. </a:t>
            </a:r>
          </a:p>
          <a:p>
            <a:pPr indent="0" marL="0">
              <a:buNone/>
            </a:pPr>
            <a:r>
              <a:rPr dirty="0" lang="en-US"/>
              <a:t>The objectives is to ;</a:t>
            </a:r>
          </a:p>
          <a:p>
            <a:r>
              <a:rPr dirty="0" lang="en-US"/>
              <a:t>Analyze total sales performance.</a:t>
            </a:r>
          </a:p>
          <a:p>
            <a:r>
              <a:rPr dirty="0" lang="en-US"/>
              <a:t>Examine sales across different order status.</a:t>
            </a:r>
          </a:p>
          <a:p>
            <a:r>
              <a:rPr dirty="0" lang="en-US"/>
              <a:t>Analyze sales trend over time.</a:t>
            </a:r>
          </a:p>
          <a:p>
            <a:r>
              <a:rPr dirty="0" lang="en-US"/>
              <a:t>Identify patterns that may affect sales performance.</a:t>
            </a:r>
          </a:p>
          <a:p>
            <a:pPr indent="-514350" marL="514350">
              <a:buAutoNum type="arabicPeriod"/>
            </a:pPr>
            <a:endParaRPr dirty="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595" name="Title 1"/>
          <p:cNvSpPr>
            <a:spLocks noGrp="1"/>
          </p:cNvSpPr>
          <p:nvPr>
            <p:ph type="title"/>
          </p:nvPr>
        </p:nvSpPr>
        <p:spPr/>
        <p:txBody>
          <a:bodyPr/>
          <a:p>
            <a:r>
              <a:rPr dirty="0" lang="en-US"/>
              <a:t>Data Overview</a:t>
            </a:r>
          </a:p>
        </p:txBody>
      </p:sp>
      <p:sp>
        <p:nvSpPr>
          <p:cNvPr id="1048596" name="Content Placeholder 2"/>
          <p:cNvSpPr>
            <a:spLocks noGrp="1"/>
          </p:cNvSpPr>
          <p:nvPr>
            <p:ph idx="1"/>
          </p:nvPr>
        </p:nvSpPr>
        <p:spPr/>
        <p:txBody>
          <a:bodyPr/>
          <a:p>
            <a:pPr indent="0" marL="0">
              <a:buNone/>
            </a:pPr>
            <a:r>
              <a:rPr dirty="0" lang="en-US"/>
              <a:t>1,200 Orders From January 2023 to June 2025</a:t>
            </a:r>
          </a:p>
          <a:p>
            <a:r>
              <a:rPr dirty="0" lang="en-US"/>
              <a:t>Records: 1,200 orders</a:t>
            </a:r>
          </a:p>
          <a:p>
            <a:r>
              <a:rPr dirty="0" lang="en-US"/>
              <a:t>Columns: </a:t>
            </a:r>
            <a:r>
              <a:rPr dirty="0" lang="en-US" err="1"/>
              <a:t>OrderID</a:t>
            </a:r>
            <a:r>
              <a:rPr dirty="0" lang="en-US"/>
              <a:t>, Order Date, Products, Quantity, Unit Price, Order status, Coupon Code, Referral source, Items In Cart, Total price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7" name="Title 1"/>
          <p:cNvSpPr>
            <a:spLocks noGrp="1"/>
          </p:cNvSpPr>
          <p:nvPr>
            <p:ph type="title"/>
          </p:nvPr>
        </p:nvSpPr>
        <p:spPr/>
        <p:txBody>
          <a:bodyPr/>
          <a:p>
            <a:r>
              <a:rPr dirty="0" lang="en-US"/>
              <a:t>Methodology:</a:t>
            </a:r>
          </a:p>
        </p:txBody>
      </p:sp>
      <p:sp>
        <p:nvSpPr>
          <p:cNvPr id="1048598" name="Content Placeholder 2"/>
          <p:cNvSpPr>
            <a:spLocks noGrp="1"/>
          </p:cNvSpPr>
          <p:nvPr>
            <p:ph idx="1"/>
          </p:nvPr>
        </p:nvSpPr>
        <p:spPr>
          <a:xfrm>
            <a:off x="838200" y="1415845"/>
            <a:ext cx="10515600" cy="5077030"/>
          </a:xfrm>
        </p:spPr>
        <p:txBody>
          <a:bodyPr>
            <a:normAutofit lnSpcReduction="10000"/>
          </a:bodyPr>
          <a:p>
            <a:pPr indent="0" marL="0">
              <a:buNone/>
            </a:pPr>
            <a:r>
              <a:rPr dirty="0" lang="en-US"/>
              <a:t>Data cleaning was performed to ensure data quality and consistency before analysis. </a:t>
            </a:r>
          </a:p>
          <a:p>
            <a:r>
              <a:rPr dirty="0" lang="en-US"/>
              <a:t>Converted date to appropriate date format and key numerical fields to appropriate data types.</a:t>
            </a:r>
          </a:p>
          <a:p>
            <a:r>
              <a:rPr dirty="0" lang="en-US"/>
              <a:t>Replaced 309 blanks values in Coupon Code column with “No code”.</a:t>
            </a:r>
          </a:p>
          <a:p>
            <a:r>
              <a:rPr dirty="0" lang="en-US"/>
              <a:t>Checked for duplicates, no duplicates was found.</a:t>
            </a:r>
          </a:p>
          <a:p>
            <a:r>
              <a:rPr dirty="0" lang="en-US"/>
              <a:t>A total of 309 blanks values in Coupon Code column were replaced with “No code”.</a:t>
            </a:r>
          </a:p>
          <a:p>
            <a:r>
              <a:rPr dirty="0" lang="en-US"/>
              <a:t>Flagged 8 outliers using IQR method ranging from 3,334.00 to 3,456.40. It was kept because they are legitimate high total price of orders.</a:t>
            </a:r>
          </a:p>
          <a:p>
            <a:pPr indent="0" marL="0">
              <a:buNone/>
            </a:pPr>
            <a:endParaRPr dirty="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599" name="Title 2"/>
          <p:cNvSpPr>
            <a:spLocks noGrp="1"/>
          </p:cNvSpPr>
          <p:nvPr>
            <p:ph type="title"/>
          </p:nvPr>
        </p:nvSpPr>
        <p:spPr/>
        <p:txBody>
          <a:bodyPr/>
          <a:p>
            <a:endParaRPr lang="en-US"/>
          </a:p>
        </p:txBody>
      </p:sp>
      <p:sp>
        <p:nvSpPr>
          <p:cNvPr id="1048600" name="Content Placeholder 6"/>
          <p:cNvSpPr>
            <a:spLocks noGrp="1"/>
          </p:cNvSpPr>
          <p:nvPr>
            <p:ph idx="1"/>
          </p:nvPr>
        </p:nvSpPr>
        <p:spPr/>
        <p:txBody>
          <a:bodyPr/>
          <a:p>
            <a:r>
              <a:rPr dirty="0" lang="en-US"/>
              <a:t>The correlation analysis showed a moderate positive relationship between Quantity and Total Price producing a Pearson coefficient (r = 0.615) and a strong positive relationship between Unit Price and Total Price  producing a Pearson coefficient (r = 0.717). These findings showed that Quantity and unit Price is associated with Total price.</a:t>
            </a:r>
          </a:p>
          <a:p>
            <a:r>
              <a:rPr dirty="0" lang="en-US"/>
              <a:t>Pivot tables were used to summarize and compare sales performance across relevant categories, providing a clearer view of patterns and trends within the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07" name="Title 1"/>
          <p:cNvSpPr>
            <a:spLocks noGrp="1"/>
          </p:cNvSpPr>
          <p:nvPr>
            <p:ph type="title"/>
          </p:nvPr>
        </p:nvSpPr>
        <p:spPr/>
        <p:txBody>
          <a:bodyPr/>
          <a:p>
            <a:r>
              <a:rPr dirty="0" lang="en-US"/>
              <a:t>Distribution of Total Price</a:t>
            </a:r>
          </a:p>
        </p:txBody>
      </p:sp>
      <p:sp>
        <p:nvSpPr>
          <p:cNvPr id="1048608" name="Content Placeholder 3"/>
          <p:cNvSpPr>
            <a:spLocks noGrp="1"/>
          </p:cNvSpPr>
          <p:nvPr>
            <p:ph sz="half" idx="2"/>
          </p:nvPr>
        </p:nvSpPr>
        <p:spPr>
          <a:xfrm>
            <a:off x="6290187" y="2354045"/>
            <a:ext cx="5181600" cy="4351338"/>
          </a:xfrm>
        </p:spPr>
        <p:txBody>
          <a:bodyPr>
            <a:normAutofit/>
          </a:bodyPr>
          <a:p>
            <a:r>
              <a:rPr dirty="0" lang="en-US"/>
              <a:t>The distribution is right skewed.</a:t>
            </a:r>
          </a:p>
          <a:p>
            <a:r>
              <a:rPr dirty="0" lang="en-US"/>
              <a:t>The mean(1,053.97) is above the median(823.62),so the high values orders inflate the average.</a:t>
            </a:r>
          </a:p>
          <a:p>
            <a:r>
              <a:rPr dirty="0" lang="en-US"/>
              <a:t>The minimum value is 11.39.</a:t>
            </a:r>
          </a:p>
          <a:p>
            <a:r>
              <a:rPr dirty="0" lang="en-US"/>
              <a:t>The maximum value is 3,456.40.</a:t>
            </a:r>
          </a:p>
        </p:txBody>
      </p:sp>
      <p:sp>
        <p:nvSpPr>
          <p:cNvPr id="1048609" name="Content Placeholder 21"/>
          <p:cNvSpPr>
            <a:spLocks noGrp="1"/>
          </p:cNvSpPr>
          <p:nvPr>
            <p:ph sz="half" idx="1"/>
          </p:nvPr>
        </p:nvSpPr>
        <p:spPr>
          <a:xfrm>
            <a:off x="720213" y="1610468"/>
            <a:ext cx="5181600" cy="4781652"/>
          </a:xfrm>
        </p:spPr>
        <p:txBody>
          <a:bodyPr>
            <a:normAutofit/>
          </a:bodyPr>
          <a:p>
            <a:pPr indent="0" marL="0">
              <a:buNone/>
            </a:pPr>
            <a:r>
              <a:rPr dirty="0" lang="en-US"/>
              <a:t>A Few High Value Orders Pull the Average Up.</a:t>
            </a:r>
          </a:p>
          <a:p>
            <a:pPr indent="0" marL="0">
              <a:buNone/>
            </a:pPr>
            <a:endParaRPr dirty="0" lang="en-US"/>
          </a:p>
          <a:p>
            <a:pPr indent="0" marL="0">
              <a:buNone/>
            </a:pPr>
            <a:endParaRPr dirty="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3" name="Title 4"/>
          <p:cNvSpPr>
            <a:spLocks noGrp="1"/>
          </p:cNvSpPr>
          <p:nvPr>
            <p:ph type="title"/>
          </p:nvPr>
        </p:nvSpPr>
        <p:spPr/>
        <p:txBody>
          <a:bodyPr/>
          <a:p>
            <a:r>
              <a:rPr dirty="0" lang="en-US"/>
              <a:t>Correlation Analysis</a:t>
            </a:r>
          </a:p>
        </p:txBody>
      </p:sp>
      <p:sp>
        <p:nvSpPr>
          <p:cNvPr id="1048614" name="Content Placeholder 5"/>
          <p:cNvSpPr>
            <a:spLocks noGrp="1"/>
          </p:cNvSpPr>
          <p:nvPr>
            <p:ph sz="half" idx="1"/>
          </p:nvPr>
        </p:nvSpPr>
        <p:spPr>
          <a:xfrm>
            <a:off x="838200" y="1825625"/>
            <a:ext cx="5181600" cy="4840646"/>
          </a:xfrm>
        </p:spPr>
        <p:txBody>
          <a:bodyPr>
            <a:normAutofit fontScale="93333" lnSpcReduction="20000"/>
          </a:bodyPr>
          <a:p>
            <a:pPr indent="0" marL="0">
              <a:buNone/>
            </a:pPr>
            <a:r>
              <a:rPr dirty="0" lang="en-US"/>
              <a:t>Unit Price and Quantity Drives Total price as Expected</a:t>
            </a:r>
          </a:p>
          <a:p>
            <a:pPr indent="0" marL="0">
              <a:buNone/>
            </a:pPr>
            <a:endParaRPr dirty="0" lang="en-US"/>
          </a:p>
          <a:p>
            <a:pPr indent="0" marL="0">
              <a:buNone/>
            </a:pPr>
            <a:endParaRPr dirty="0" lang="en-US"/>
          </a:p>
          <a:p>
            <a:pPr indent="0" marL="0">
              <a:buNone/>
            </a:pPr>
            <a:endParaRPr dirty="0" lang="en-US"/>
          </a:p>
          <a:p>
            <a:pPr indent="0" marL="0">
              <a:buNone/>
            </a:pPr>
            <a:endParaRPr dirty="0" lang="en-US"/>
          </a:p>
          <a:p>
            <a:pPr indent="0" marL="0">
              <a:buNone/>
            </a:pPr>
            <a:endParaRPr dirty="0" lang="en-US"/>
          </a:p>
          <a:p>
            <a:endParaRPr dirty="0" sz="2400" lang="en-US"/>
          </a:p>
          <a:p>
            <a:endParaRPr dirty="0" sz="2600" lang="en-US"/>
          </a:p>
          <a:p>
            <a:endParaRPr dirty="0" sz="2600" lang="en-US"/>
          </a:p>
          <a:p>
            <a:r>
              <a:rPr dirty="0" lang="en-US"/>
              <a:t>Correlation coefficient of r = 0.717 showing a strong positive relationship between unit price and total price. </a:t>
            </a:r>
          </a:p>
        </p:txBody>
      </p:sp>
      <p:graphicFrame>
        <p:nvGraphicFramePr>
          <p:cNvPr id="4194305" name="Chart 1"/>
          <p:cNvGraphicFramePr>
            <a:graphicFrameLocks/>
          </p:cNvGraphicFramePr>
          <p:nvPr/>
        </p:nvGraphicFramePr>
        <p:xfrm>
          <a:off x="973394" y="2669458"/>
          <a:ext cx="4436805" cy="2654709"/>
        </p:xfrm>
        <a:graphic>
          <a:graphicData uri="http://schemas.openxmlformats.org/drawingml/2006/chart">
            <c:chart xmlns:c="http://schemas.openxmlformats.org/drawingml/2006/chart" xmlns:r="http://schemas.openxmlformats.org/officeDocument/2006/relationships" r:id="rId1"/>
          </a:graphicData>
        </a:graphic>
      </p:graphicFrame>
      <p:sp>
        <p:nvSpPr>
          <p:cNvPr id="1048615" name="Content Placeholder 10"/>
          <p:cNvSpPr>
            <a:spLocks noGrp="1"/>
          </p:cNvSpPr>
          <p:nvPr>
            <p:ph sz="half" idx="2"/>
          </p:nvPr>
        </p:nvSpPr>
        <p:spPr>
          <a:xfrm>
            <a:off x="6172200" y="1825624"/>
            <a:ext cx="5181600" cy="5032375"/>
          </a:xfrm>
        </p:spPr>
        <p:txBody>
          <a:bodyPr>
            <a:normAutofit fontScale="92692" lnSpcReduction="20000"/>
          </a:bodyPr>
          <a:p>
            <a:endParaRPr dirty="0" lang="en-US"/>
          </a:p>
          <a:p>
            <a:pPr indent="0" marL="0">
              <a:buNone/>
            </a:pPr>
            <a:endParaRPr dirty="0" lang="en-US"/>
          </a:p>
          <a:p>
            <a:endParaRPr dirty="0" lang="en-US"/>
          </a:p>
          <a:p>
            <a:endParaRPr dirty="0" lang="en-US"/>
          </a:p>
          <a:p>
            <a:endParaRPr dirty="0" lang="en-US"/>
          </a:p>
          <a:p>
            <a:endParaRPr dirty="0" lang="en-US"/>
          </a:p>
          <a:p>
            <a:pPr indent="0" marL="0">
              <a:buNone/>
            </a:pPr>
            <a:endParaRPr dirty="0" sz="2600" lang="en-US"/>
          </a:p>
          <a:p>
            <a:pPr indent="0" marL="0">
              <a:buNone/>
            </a:pPr>
            <a:endParaRPr dirty="0" sz="2600" lang="en-US"/>
          </a:p>
          <a:p>
            <a:endParaRPr dirty="0" lang="en-US"/>
          </a:p>
          <a:p>
            <a:endParaRPr dirty="0" lang="en-US"/>
          </a:p>
          <a:p>
            <a:r>
              <a:rPr dirty="0" lang="en-US"/>
              <a:t>Correlation coefficient of r = 0.615 showing a moderate positive relationship between quantity and total price.</a:t>
            </a:r>
          </a:p>
          <a:p>
            <a:endParaRPr dirty="0" sz="2600" lang="en-US"/>
          </a:p>
        </p:txBody>
      </p:sp>
      <p:graphicFrame>
        <p:nvGraphicFramePr>
          <p:cNvPr id="4194306" name="Chart 11"/>
          <p:cNvGraphicFramePr>
            <a:graphicFrameLocks/>
          </p:cNvGraphicFramePr>
          <p:nvPr/>
        </p:nvGraphicFramePr>
        <p:xfrm>
          <a:off x="6302477" y="2411361"/>
          <a:ext cx="4572000" cy="2912806"/>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16" name="Title 4"/>
          <p:cNvSpPr>
            <a:spLocks noGrp="1"/>
          </p:cNvSpPr>
          <p:nvPr>
            <p:ph type="title"/>
          </p:nvPr>
        </p:nvSpPr>
        <p:spPr>
          <a:xfrm>
            <a:off x="838200" y="365125"/>
            <a:ext cx="10515600" cy="1013849"/>
          </a:xfrm>
        </p:spPr>
        <p:txBody>
          <a:bodyPr/>
          <a:p>
            <a:r>
              <a:rPr dirty="0" lang="en-US"/>
              <a:t>Products and Referral Source</a:t>
            </a:r>
          </a:p>
        </p:txBody>
      </p:sp>
      <p:sp>
        <p:nvSpPr>
          <p:cNvPr id="1048617" name="Content Placeholder 5"/>
          <p:cNvSpPr>
            <a:spLocks noGrp="1"/>
          </p:cNvSpPr>
          <p:nvPr>
            <p:ph sz="half" idx="1"/>
          </p:nvPr>
        </p:nvSpPr>
        <p:spPr>
          <a:xfrm>
            <a:off x="838200" y="1690688"/>
            <a:ext cx="5181600" cy="5167311"/>
          </a:xfrm>
        </p:spPr>
        <p:txBody>
          <a:bodyPr>
            <a:normAutofit fontScale="92143" lnSpcReduction="20000"/>
          </a:bodyPr>
          <a:p>
            <a:pPr indent="0" marL="0">
              <a:buNone/>
            </a:pPr>
            <a:r>
              <a:rPr dirty="0" lang="en-US"/>
              <a:t>Chairs and Printers Lead other products</a:t>
            </a:r>
          </a:p>
          <a:p>
            <a:pPr indent="0" marL="0">
              <a:buNone/>
            </a:pPr>
            <a:endParaRPr dirty="0" lang="en-US"/>
          </a:p>
          <a:p>
            <a:pPr indent="0" marL="0">
              <a:buNone/>
            </a:pPr>
            <a:endParaRPr dirty="0" lang="en-US"/>
          </a:p>
          <a:p>
            <a:pPr indent="0" marL="0">
              <a:buNone/>
            </a:pPr>
            <a:endParaRPr dirty="0" lang="en-US"/>
          </a:p>
          <a:p>
            <a:pPr indent="0" marL="0">
              <a:buNone/>
            </a:pPr>
            <a:endParaRPr dirty="0" lang="en-US"/>
          </a:p>
          <a:p>
            <a:pPr indent="0" marL="0">
              <a:buNone/>
            </a:pPr>
            <a:endParaRPr dirty="0" lang="en-US"/>
          </a:p>
          <a:p>
            <a:pPr indent="0" marL="0">
              <a:buNone/>
            </a:pPr>
            <a:endParaRPr dirty="0" lang="en-US"/>
          </a:p>
          <a:p>
            <a:pPr indent="0" marL="0">
              <a:buNone/>
            </a:pPr>
            <a:endParaRPr dirty="0" lang="en-US"/>
          </a:p>
          <a:p>
            <a:pPr indent="0" marL="0">
              <a:buNone/>
            </a:pPr>
            <a:endParaRPr dirty="0" lang="en-US"/>
          </a:p>
          <a:p>
            <a:r>
              <a:rPr dirty="0" lang="en-US"/>
              <a:t>Top products are chairs(195,620) and printer(195,612).</a:t>
            </a:r>
          </a:p>
          <a:p>
            <a:r>
              <a:rPr dirty="0" lang="en-US"/>
              <a:t>Phone(151,722) is the weakest product.</a:t>
            </a:r>
          </a:p>
        </p:txBody>
      </p:sp>
      <p:sp>
        <p:nvSpPr>
          <p:cNvPr id="1048618" name="Content Placeholder 6"/>
          <p:cNvSpPr>
            <a:spLocks noGrp="1"/>
          </p:cNvSpPr>
          <p:nvPr>
            <p:ph sz="half" idx="2"/>
          </p:nvPr>
        </p:nvSpPr>
        <p:spPr>
          <a:xfrm>
            <a:off x="6096000" y="1690688"/>
            <a:ext cx="5181600" cy="5167311"/>
          </a:xfrm>
        </p:spPr>
        <p:txBody>
          <a:bodyPr>
            <a:normAutofit fontScale="88846" lnSpcReduction="20000"/>
          </a:bodyPr>
          <a:p>
            <a:pPr indent="0" marL="0">
              <a:buNone/>
            </a:pPr>
            <a:r>
              <a:rPr dirty="0" lang="en-US"/>
              <a:t>Referral source Trails Instagram by 21%</a:t>
            </a:r>
          </a:p>
          <a:p>
            <a:pPr indent="0" marL="0">
              <a:buNone/>
            </a:pPr>
            <a:endParaRPr dirty="0" lang="en-US"/>
          </a:p>
          <a:p>
            <a:pPr indent="0" marL="0">
              <a:buNone/>
            </a:pPr>
            <a:endParaRPr dirty="0" lang="en-US"/>
          </a:p>
          <a:p>
            <a:pPr indent="0" marL="0">
              <a:buNone/>
            </a:pPr>
            <a:endParaRPr dirty="0" lang="en-US"/>
          </a:p>
          <a:p>
            <a:pPr indent="0" marL="0">
              <a:buNone/>
            </a:pPr>
            <a:endParaRPr dirty="0" lang="en-US"/>
          </a:p>
          <a:p>
            <a:pPr indent="0" marL="0">
              <a:buNone/>
            </a:pPr>
            <a:endParaRPr dirty="0" lang="en-US"/>
          </a:p>
          <a:p>
            <a:endParaRPr dirty="0" lang="en-US"/>
          </a:p>
          <a:p>
            <a:endParaRPr dirty="0" lang="en-US"/>
          </a:p>
          <a:p>
            <a:endParaRPr dirty="0" lang="en-US"/>
          </a:p>
          <a:p>
            <a:r>
              <a:rPr dirty="0" lang="en-US"/>
              <a:t>Instagram(275,285) is the strongest referral source.</a:t>
            </a:r>
            <a:endParaRPr dirty="0" sz="2600" lang="en-US"/>
          </a:p>
          <a:p>
            <a:r>
              <a:rPr dirty="0" sz="2600" lang="en-US"/>
              <a:t>Referral(226,815) is the weakest referral source about 21% below Instagram.</a:t>
            </a:r>
          </a:p>
          <a:p>
            <a:endParaRPr dirty="0" lang="en-US"/>
          </a:p>
        </p:txBody>
      </p:sp>
      <p:graphicFrame>
        <p:nvGraphicFramePr>
          <p:cNvPr id="4194307" name="Chart 1"/>
          <p:cNvGraphicFramePr>
            <a:graphicFrameLocks/>
          </p:cNvGraphicFramePr>
          <p:nvPr/>
        </p:nvGraphicFramePr>
        <p:xfrm>
          <a:off x="914400" y="2531141"/>
          <a:ext cx="4210050" cy="2636171"/>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194308" name="Chart 2"/>
          <p:cNvGraphicFramePr>
            <a:graphicFrameLocks/>
          </p:cNvGraphicFramePr>
          <p:nvPr/>
        </p:nvGraphicFramePr>
        <p:xfrm>
          <a:off x="6096000" y="2629694"/>
          <a:ext cx="4572000" cy="234051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19" name="Title 1"/>
          <p:cNvSpPr>
            <a:spLocks noGrp="1"/>
          </p:cNvSpPr>
          <p:nvPr>
            <p:ph type="title"/>
          </p:nvPr>
        </p:nvSpPr>
        <p:spPr/>
        <p:txBody>
          <a:bodyPr/>
          <a:p>
            <a:r>
              <a:rPr dirty="0" lang="en-US"/>
              <a:t>Order Status  Distribution</a:t>
            </a:r>
          </a:p>
        </p:txBody>
      </p:sp>
      <p:sp>
        <p:nvSpPr>
          <p:cNvPr id="1048620" name="Content Placeholder 2"/>
          <p:cNvSpPr>
            <a:spLocks noGrp="1"/>
          </p:cNvSpPr>
          <p:nvPr>
            <p:ph sz="half" idx="1"/>
          </p:nvPr>
        </p:nvSpPr>
        <p:spPr>
          <a:xfrm>
            <a:off x="609600" y="1825625"/>
            <a:ext cx="5181600" cy="4840646"/>
          </a:xfrm>
        </p:spPr>
        <p:txBody>
          <a:bodyPr>
            <a:normAutofit fontScale="96071" lnSpcReduction="20000"/>
          </a:bodyPr>
          <a:p>
            <a:pPr indent="0" marL="0">
              <a:buNone/>
            </a:pPr>
            <a:r>
              <a:rPr dirty="0" lang="en-US"/>
              <a:t>Revenue loss is 41% from cancelled and returned orders.</a:t>
            </a:r>
          </a:p>
          <a:p>
            <a:pPr indent="0" marL="0">
              <a:buNone/>
            </a:pPr>
            <a:endParaRPr dirty="0" lang="en-US"/>
          </a:p>
          <a:p>
            <a:pPr indent="0" marL="0">
              <a:buNone/>
            </a:pPr>
            <a:endParaRPr dirty="0" lang="en-US"/>
          </a:p>
          <a:p>
            <a:pPr indent="0" marL="0">
              <a:buNone/>
            </a:pPr>
            <a:endParaRPr dirty="0" lang="en-US"/>
          </a:p>
          <a:p>
            <a:pPr indent="0" marL="0">
              <a:buNone/>
            </a:pPr>
            <a:endParaRPr dirty="0" lang="en-US"/>
          </a:p>
          <a:p>
            <a:pPr indent="0" marL="0">
              <a:buNone/>
            </a:pPr>
            <a:endParaRPr dirty="0" lang="en-US"/>
          </a:p>
          <a:p>
            <a:endParaRPr dirty="0" lang="en-US"/>
          </a:p>
          <a:p>
            <a:endParaRPr dirty="0" lang="en-US"/>
          </a:p>
          <a:p>
            <a:r>
              <a:rPr dirty="0" lang="en-US"/>
              <a:t>20.83% of cancelled order and 20.58% of returned order cause the revenue loss.</a:t>
            </a:r>
          </a:p>
          <a:p>
            <a:pPr indent="0" marL="0">
              <a:buNone/>
            </a:pPr>
            <a:endParaRPr dirty="0" lang="en-US"/>
          </a:p>
          <a:p>
            <a:pPr indent="0" marL="0">
              <a:buNone/>
            </a:pPr>
            <a:endParaRPr dirty="0" lang="en-US"/>
          </a:p>
          <a:p>
            <a:pPr indent="0" marL="0">
              <a:buNone/>
            </a:pPr>
            <a:endParaRPr dirty="0" lang="en-US"/>
          </a:p>
          <a:p>
            <a:pPr indent="0" marL="0">
              <a:buNone/>
            </a:pPr>
            <a:endParaRPr dirty="0" lang="en-US"/>
          </a:p>
        </p:txBody>
      </p:sp>
      <p:sp>
        <p:nvSpPr>
          <p:cNvPr id="1048621" name="Content Placeholder 3"/>
          <p:cNvSpPr>
            <a:spLocks noGrp="1"/>
          </p:cNvSpPr>
          <p:nvPr>
            <p:ph sz="half" idx="2"/>
          </p:nvPr>
        </p:nvSpPr>
        <p:spPr>
          <a:xfrm>
            <a:off x="6172200" y="1825625"/>
            <a:ext cx="5181600" cy="4840646"/>
          </a:xfrm>
        </p:spPr>
        <p:txBody>
          <a:bodyPr>
            <a:normAutofit fontScale="92500" lnSpcReduction="20000"/>
          </a:bodyPr>
          <a:p>
            <a:endParaRPr dirty="0" lang="en-US"/>
          </a:p>
          <a:p>
            <a:endParaRPr dirty="0" lang="en-US"/>
          </a:p>
          <a:p>
            <a:endParaRPr dirty="0" lang="en-US"/>
          </a:p>
          <a:p>
            <a:endParaRPr dirty="0" lang="en-US"/>
          </a:p>
          <a:p>
            <a:endParaRPr dirty="0" lang="en-US"/>
          </a:p>
          <a:p>
            <a:endParaRPr dirty="0" lang="en-US"/>
          </a:p>
          <a:p>
            <a:endParaRPr dirty="0" lang="en-US"/>
          </a:p>
          <a:p>
            <a:endParaRPr dirty="0" lang="en-US"/>
          </a:p>
          <a:p>
            <a:r>
              <a:rPr dirty="0" lang="en-US"/>
              <a:t>Cancelled order (276,396) and returned order(243,277) makes the revenue loss of 519,673.</a:t>
            </a:r>
          </a:p>
          <a:p>
            <a:r>
              <a:rPr dirty="0" lang="en-US"/>
              <a:t>Pending orders(256,328) is at risk revenue.</a:t>
            </a:r>
          </a:p>
          <a:p>
            <a:endParaRPr dirty="0" lang="en-US"/>
          </a:p>
          <a:p>
            <a:pPr indent="0" marL="0">
              <a:buNone/>
            </a:pPr>
            <a:endParaRPr dirty="0" lang="en-US"/>
          </a:p>
        </p:txBody>
      </p:sp>
      <p:graphicFrame>
        <p:nvGraphicFramePr>
          <p:cNvPr id="4194309" name="Chart 5"/>
          <p:cNvGraphicFramePr>
            <a:graphicFrameLocks/>
          </p:cNvGraphicFramePr>
          <p:nvPr/>
        </p:nvGraphicFramePr>
        <p:xfrm>
          <a:off x="6359013" y="2433484"/>
          <a:ext cx="4572000" cy="2492477"/>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194310" name="Chart 6"/>
          <p:cNvGraphicFramePr>
            <a:graphicFrameLocks/>
          </p:cNvGraphicFramePr>
          <p:nvPr/>
        </p:nvGraphicFramePr>
        <p:xfrm>
          <a:off x="609600" y="2874348"/>
          <a:ext cx="4572000" cy="205161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22" name="Title 1"/>
          <p:cNvSpPr>
            <a:spLocks noGrp="1"/>
          </p:cNvSpPr>
          <p:nvPr>
            <p:ph type="title"/>
          </p:nvPr>
        </p:nvSpPr>
        <p:spPr/>
        <p:txBody>
          <a:bodyPr/>
          <a:p>
            <a:r>
              <a:rPr dirty="0" lang="en-US"/>
              <a:t>Payment Method and Coupon Code</a:t>
            </a:r>
          </a:p>
        </p:txBody>
      </p:sp>
      <p:sp>
        <p:nvSpPr>
          <p:cNvPr id="1048623" name="Content Placeholder 2"/>
          <p:cNvSpPr>
            <a:spLocks noGrp="1"/>
          </p:cNvSpPr>
          <p:nvPr>
            <p:ph sz="half" idx="1"/>
          </p:nvPr>
        </p:nvSpPr>
        <p:spPr>
          <a:xfrm>
            <a:off x="719137" y="1690688"/>
            <a:ext cx="5181600" cy="4351338"/>
          </a:xfrm>
        </p:spPr>
        <p:txBody>
          <a:bodyPr>
            <a:normAutofit lnSpcReduction="10000"/>
          </a:bodyPr>
          <a:p>
            <a:pPr indent="0" marL="0">
              <a:buNone/>
            </a:pPr>
            <a:r>
              <a:rPr dirty="0" lang="en-US"/>
              <a:t>Online payment is the most used.</a:t>
            </a:r>
          </a:p>
          <a:p>
            <a:pPr indent="0" marL="0">
              <a:buNone/>
            </a:pPr>
            <a:endParaRPr dirty="0" lang="en-US"/>
          </a:p>
          <a:p>
            <a:pPr indent="0" marL="0">
              <a:buNone/>
            </a:pPr>
            <a:endParaRPr dirty="0" lang="en-US"/>
          </a:p>
          <a:p>
            <a:pPr indent="0" marL="0">
              <a:buNone/>
            </a:pPr>
            <a:endParaRPr dirty="0" lang="en-US"/>
          </a:p>
          <a:p>
            <a:pPr indent="0" marL="0">
              <a:buNone/>
            </a:pPr>
            <a:endParaRPr dirty="0" lang="en-US"/>
          </a:p>
          <a:p>
            <a:pPr indent="0" marL="0">
              <a:buNone/>
            </a:pPr>
            <a:endParaRPr dirty="0" lang="en-US"/>
          </a:p>
          <a:p/>
          <a:p>
            <a:r>
              <a:rPr dirty="0" lang="en-US"/>
              <a:t>Gift Card is the weakest payment method with 230 orders.</a:t>
            </a:r>
            <a:endParaRPr altLang="en-US" lang="zh-CN"/>
          </a:p>
          <a:p>
            <a:pPr indent="0" marL="0">
              <a:buNone/>
            </a:pPr>
            <a:endParaRPr dirty="0" lang="en-US"/>
          </a:p>
        </p:txBody>
      </p:sp>
      <p:sp>
        <p:nvSpPr>
          <p:cNvPr id="1048624" name="Content Placeholder 3"/>
          <p:cNvSpPr>
            <a:spLocks noGrp="1"/>
          </p:cNvSpPr>
          <p:nvPr>
            <p:ph sz="half" idx="2"/>
          </p:nvPr>
        </p:nvSpPr>
        <p:spPr>
          <a:xfrm>
            <a:off x="6172200" y="1690688"/>
            <a:ext cx="5181600" cy="4486275"/>
          </a:xfrm>
        </p:spPr>
        <p:txBody>
          <a:bodyPr>
            <a:normAutofit lnSpcReduction="10000"/>
          </a:bodyPr>
          <a:p>
            <a:pPr indent="0" marL="0">
              <a:buNone/>
            </a:pPr>
            <a:r>
              <a:rPr dirty="0" lang="en-US"/>
              <a:t>Coupon is almost identical across average value order.</a:t>
            </a:r>
          </a:p>
          <a:p>
            <a:pPr indent="0" marL="0">
              <a:buNone/>
            </a:pPr>
            <a:endParaRPr dirty="0" lang="en-US"/>
          </a:p>
        </p:txBody>
      </p:sp>
      <p:graphicFrame>
        <p:nvGraphicFramePr>
          <p:cNvPr id="4194311" name="Chart 4"/>
          <p:cNvGraphicFramePr>
            <a:graphicFrameLocks/>
          </p:cNvGraphicFramePr>
          <p:nvPr/>
        </p:nvGraphicFramePr>
        <p:xfrm>
          <a:off x="719137" y="2463213"/>
          <a:ext cx="4791075" cy="2311231"/>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194312" name="Chart 5"/>
          <p:cNvGraphicFramePr>
            <a:graphicFrameLocks/>
          </p:cNvGraphicFramePr>
          <p:nvPr/>
        </p:nvGraphicFramePr>
        <p:xfrm>
          <a:off x="6291265" y="2504925"/>
          <a:ext cx="4324350"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25" name="Title 1"/>
          <p:cNvSpPr>
            <a:spLocks noGrp="1"/>
          </p:cNvSpPr>
          <p:nvPr>
            <p:ph type="title"/>
          </p:nvPr>
        </p:nvSpPr>
        <p:spPr/>
        <p:txBody>
          <a:bodyPr/>
          <a:p>
            <a:r>
              <a:rPr dirty="0" lang="en-US"/>
              <a:t>Revenue Trend</a:t>
            </a:r>
          </a:p>
        </p:txBody>
      </p:sp>
      <p:sp>
        <p:nvSpPr>
          <p:cNvPr id="1048626" name="Content Placeholder 2"/>
          <p:cNvSpPr>
            <a:spLocks noGrp="1"/>
          </p:cNvSpPr>
          <p:nvPr>
            <p:ph sz="half" idx="1"/>
          </p:nvPr>
        </p:nvSpPr>
        <p:spPr/>
        <p:txBody>
          <a:bodyPr/>
          <a:p>
            <a:pPr indent="0" marL="0">
              <a:buNone/>
            </a:pPr>
            <a:r>
              <a:rPr dirty="0" lang="en-US"/>
              <a:t>Revenue Has Fallen Every Year</a:t>
            </a:r>
          </a:p>
          <a:p>
            <a:pPr indent="0" marL="0">
              <a:buNone/>
            </a:pPr>
            <a:endParaRPr dirty="0" lang="en-US"/>
          </a:p>
        </p:txBody>
      </p:sp>
      <p:sp>
        <p:nvSpPr>
          <p:cNvPr id="1048627" name="Content Placeholder 3"/>
          <p:cNvSpPr>
            <a:spLocks noGrp="1"/>
          </p:cNvSpPr>
          <p:nvPr>
            <p:ph sz="half" idx="2"/>
          </p:nvPr>
        </p:nvSpPr>
        <p:spPr>
          <a:xfrm>
            <a:off x="6172200" y="2580967"/>
            <a:ext cx="5181600" cy="3595995"/>
          </a:xfrm>
        </p:spPr>
        <p:txBody>
          <a:bodyPr/>
          <a:p>
            <a:r>
              <a:rPr dirty="0" lang="en-US"/>
              <a:t>The highest month is June 2024 with revenue of 68,068.</a:t>
            </a:r>
          </a:p>
          <a:p>
            <a:r>
              <a:rPr dirty="0" lang="en-US"/>
              <a:t>Lowest month is April 2023 with 27,751.</a:t>
            </a:r>
          </a:p>
        </p:txBody>
      </p:sp>
      <p:graphicFrame>
        <p:nvGraphicFramePr>
          <p:cNvPr id="4194313" name="Chart 4"/>
          <p:cNvGraphicFramePr>
            <a:graphicFrameLocks/>
          </p:cNvGraphicFramePr>
          <p:nvPr/>
        </p:nvGraphicFramePr>
        <p:xfrm>
          <a:off x="1143000" y="2794819"/>
          <a:ext cx="4572000" cy="274320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28" name="Title 1"/>
          <p:cNvSpPr>
            <a:spLocks noGrp="1"/>
          </p:cNvSpPr>
          <p:nvPr>
            <p:ph type="title"/>
          </p:nvPr>
        </p:nvSpPr>
        <p:spPr/>
        <p:txBody>
          <a:bodyPr/>
          <a:p>
            <a:r>
              <a:rPr dirty="0" lang="en-US"/>
              <a:t>Key Findings:</a:t>
            </a:r>
          </a:p>
        </p:txBody>
      </p:sp>
      <p:sp>
        <p:nvSpPr>
          <p:cNvPr id="1048629" name="Content Placeholder 2"/>
          <p:cNvSpPr>
            <a:spLocks noGrp="1"/>
          </p:cNvSpPr>
          <p:nvPr>
            <p:ph idx="1"/>
          </p:nvPr>
        </p:nvSpPr>
        <p:spPr>
          <a:xfrm>
            <a:off x="838200" y="1515907"/>
            <a:ext cx="10515600" cy="5165111"/>
          </a:xfrm>
        </p:spPr>
        <p:txBody>
          <a:bodyPr>
            <a:normAutofit fontScale="92500" lnSpcReduction="20000"/>
          </a:bodyPr>
          <a:p>
            <a:pPr indent="0" marL="0">
              <a:buNone/>
            </a:pPr>
            <a:r>
              <a:rPr dirty="0" lang="en-US"/>
              <a:t>Key Insights to Investigate</a:t>
            </a:r>
          </a:p>
          <a:p>
            <a:r>
              <a:rPr dirty="0" lang="en-US"/>
              <a:t>Total Price values shows a right skewed distribution, where the mean( 1,053.97) exceeds the median (823.62),indicating high value transaction inflating the average.</a:t>
            </a:r>
          </a:p>
          <a:p>
            <a:r>
              <a:rPr dirty="0" lang="en-US"/>
              <a:t>Chairs(195,620) and printer(195,612) are the leading products in total revenue.</a:t>
            </a:r>
          </a:p>
          <a:p>
            <a:r>
              <a:rPr dirty="0" lang="en-US"/>
              <a:t>Instagram is the strongest referral source at 275,285 and Referral is the weakest referral source at 226,815 by total revenue. The gap between the best and worst is about 21%.</a:t>
            </a:r>
          </a:p>
          <a:p>
            <a:r>
              <a:rPr dirty="0" lang="en-US"/>
              <a:t>Cancelled order(276,396) and Returned order(243,277) results in a loss revenue of 519,673 which is 41.1%  of revenue and 41.4% of orders. </a:t>
            </a:r>
          </a:p>
          <a:p>
            <a:r>
              <a:rPr dirty="0" lang="en-US"/>
              <a:t>Revenue decline year on year. From January 2023 to June 2025 only, revenue fell from 286,501 in 2023 to 257,059 in 2024 and to 231,882 in 2025. June 2024 has the highest revenue of 68,068 and April 2023 has the lowest revenue of 27,751.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30" name="Title 1"/>
          <p:cNvSpPr>
            <a:spLocks noGrp="1"/>
          </p:cNvSpPr>
          <p:nvPr>
            <p:ph type="title"/>
          </p:nvPr>
        </p:nvSpPr>
        <p:spPr/>
        <p:txBody>
          <a:bodyPr/>
          <a:p>
            <a:r>
              <a:rPr dirty="0" lang="en-US"/>
              <a:t>Recommendations:</a:t>
            </a:r>
          </a:p>
        </p:txBody>
      </p:sp>
      <p:sp>
        <p:nvSpPr>
          <p:cNvPr id="1048631" name="Content Placeholder 2"/>
          <p:cNvSpPr>
            <a:spLocks noGrp="1"/>
          </p:cNvSpPr>
          <p:nvPr>
            <p:ph idx="1"/>
          </p:nvPr>
        </p:nvSpPr>
        <p:spPr/>
        <p:txBody>
          <a:bodyPr>
            <a:normAutofit lnSpcReduction="10000"/>
          </a:bodyPr>
          <a:p>
            <a:pPr indent="0" marL="0">
              <a:buNone/>
            </a:pPr>
            <a:r>
              <a:rPr dirty="0" lang="en-US"/>
              <a:t>Four Recommended Actions To Recover Revenue</a:t>
            </a:r>
          </a:p>
          <a:p>
            <a:r>
              <a:rPr dirty="0" lang="en-US"/>
              <a:t>Close the gap between Instagram and referral channel by improving referral program with referral rewards and better customer experience.</a:t>
            </a:r>
          </a:p>
          <a:p>
            <a:r>
              <a:rPr dirty="0" lang="en-US"/>
              <a:t>Reduce cancelled and returned orders rate(41%) by identifying the cause like payment problem, late delivery, wrong item.</a:t>
            </a:r>
          </a:p>
          <a:p>
            <a:r>
              <a:rPr dirty="0" lang="en-US"/>
              <a:t>Set a targeted promotion(bundle discount) on the weakest product to improve selling rate.</a:t>
            </a:r>
          </a:p>
          <a:p>
            <a:r>
              <a:rPr dirty="0" lang="en-US"/>
              <a:t>Report monthly revenue to track products and referral source and run targeted promotions in low performing months.</a:t>
            </a:r>
          </a:p>
          <a:p>
            <a:endParaRPr dirty="0" lang="en-US"/>
          </a:p>
          <a:p>
            <a:endParaRPr dirty="0" lang="en-US"/>
          </a:p>
          <a:p>
            <a:endParaRPr dirty="0" lang="en-US"/>
          </a:p>
          <a:p>
            <a:endParaRPr dirty="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32" name="Title 1"/>
          <p:cNvSpPr>
            <a:spLocks noGrp="1"/>
          </p:cNvSpPr>
          <p:nvPr>
            <p:ph type="title"/>
          </p:nvPr>
        </p:nvSpPr>
        <p:spPr/>
        <p:txBody>
          <a:bodyPr/>
          <a:p>
            <a:r>
              <a:rPr dirty="0" lang="en-US"/>
              <a:t>Conclusions</a:t>
            </a:r>
          </a:p>
        </p:txBody>
      </p:sp>
      <p:sp>
        <p:nvSpPr>
          <p:cNvPr id="1048633" name="Content Placeholder 2"/>
          <p:cNvSpPr>
            <a:spLocks noGrp="1"/>
          </p:cNvSpPr>
          <p:nvPr>
            <p:ph idx="1"/>
          </p:nvPr>
        </p:nvSpPr>
        <p:spPr/>
        <p:txBody>
          <a:bodyPr/>
          <a:p>
            <a:pPr indent="0" marL="0">
              <a:buNone/>
            </a:pPr>
            <a:r>
              <a:rPr dirty="0" lang="en-US"/>
              <a:t>Fixing Order Losses Is the Opportunity to Increase Sales</a:t>
            </a:r>
          </a:p>
          <a:p>
            <a:r>
              <a:rPr dirty="0" lang="en-US"/>
              <a:t>Loss revenue is cause by large cancelled and returned orders values.</a:t>
            </a:r>
          </a:p>
          <a:p>
            <a:r>
              <a:rPr dirty="0" lang="en-US"/>
              <a:t>Revenue decline year to year and Referral source is the weakest source in </a:t>
            </a:r>
            <a:r>
              <a:rPr lang="en-US"/>
              <a:t>generating Revenue.</a:t>
            </a:r>
            <a:endParaRPr dirty="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Admin</dc:creator>
  <cp:lastModifiedBy>Admin</cp:lastModifiedBy>
  <dcterms:created xsi:type="dcterms:W3CDTF">2026-10-06T11:06:16Z</dcterms:created>
  <dcterms:modified xsi:type="dcterms:W3CDTF">2026-10-08T10:28:47Z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7c991195305741b793363edfdc95c65b</vt:lpwstr>
  </property>
</Properties>
</file>